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4"/>
  </p:sldMasterIdLst>
  <p:notesMasterIdLst>
    <p:notesMasterId r:id="rId18"/>
  </p:notesMasterIdLst>
  <p:handoutMasterIdLst>
    <p:handoutMasterId r:id="rId19"/>
  </p:handoutMasterIdLst>
  <p:sldIdLst>
    <p:sldId id="268" r:id="rId5"/>
    <p:sldId id="324" r:id="rId6"/>
    <p:sldId id="332" r:id="rId7"/>
    <p:sldId id="326" r:id="rId8"/>
    <p:sldId id="310" r:id="rId9"/>
    <p:sldId id="261" r:id="rId10"/>
    <p:sldId id="317" r:id="rId11"/>
    <p:sldId id="328" r:id="rId12"/>
    <p:sldId id="329" r:id="rId13"/>
    <p:sldId id="318" r:id="rId14"/>
    <p:sldId id="331" r:id="rId15"/>
    <p:sldId id="321" r:id="rId16"/>
    <p:sldId id="293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7E9639D4-E3E2-4D34-9284-5A2195B3D0D7}"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7" autoAdjust="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7" d="100"/>
          <a:sy n="67" d="100"/>
        </p:scale>
        <p:origin x="3120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66480AC-C0DE-4E5E-9ECD-9AE37E3FCB79}" type="doc">
      <dgm:prSet loTypeId="urn:microsoft.com/office/officeart/2016/7/layout/VerticalDownArrowProcess" loCatId="process" qsTypeId="urn:microsoft.com/office/officeart/2005/8/quickstyle/simple5" qsCatId="simple" csTypeId="urn:microsoft.com/office/officeart/2005/8/colors/accent3_2" csCatId="accent3" phldr="1"/>
      <dgm:spPr/>
      <dgm:t>
        <a:bodyPr/>
        <a:lstStyle/>
        <a:p>
          <a:endParaRPr lang="en-US"/>
        </a:p>
      </dgm:t>
    </dgm:pt>
    <dgm:pt modelId="{A8C03FBB-4A75-4460-AEA6-DEAEB9C61496}">
      <dgm:prSet phldrT="[Text]"/>
      <dgm:spPr/>
      <dgm:t>
        <a:bodyPr/>
        <a:lstStyle/>
        <a:p>
          <a:pPr>
            <a:defRPr b="1"/>
          </a:pPr>
          <a:r>
            <a:rPr lang="en-US" dirty="0">
              <a:latin typeface="+mn-lt"/>
            </a:rPr>
            <a:t>Week 01-03</a:t>
          </a:r>
        </a:p>
      </dgm:t>
    </dgm:pt>
    <dgm:pt modelId="{4E972F7F-4B1B-47AA-A25B-1FFC561F1C76}" type="parTrans" cxnId="{D3D81948-D963-4D1E-AE16-9705EAF510FC}">
      <dgm:prSet/>
      <dgm:spPr/>
      <dgm:t>
        <a:bodyPr/>
        <a:lstStyle/>
        <a:p>
          <a:pPr algn="ctr"/>
          <a:endParaRPr lang="en-US" sz="2800">
            <a:latin typeface="+mn-lt"/>
          </a:endParaRPr>
        </a:p>
      </dgm:t>
    </dgm:pt>
    <dgm:pt modelId="{67361508-930A-4A23-8CFC-BB56DA645C3C}" type="sibTrans" cxnId="{D3D81948-D963-4D1E-AE16-9705EAF510FC}">
      <dgm:prSet/>
      <dgm:spPr/>
      <dgm:t>
        <a:bodyPr/>
        <a:lstStyle/>
        <a:p>
          <a:endParaRPr lang="en-US">
            <a:latin typeface="+mn-lt"/>
          </a:endParaRPr>
        </a:p>
      </dgm:t>
    </dgm:pt>
    <dgm:pt modelId="{5E71F362-34DF-4EEC-92A3-0EFE450E05E4}">
      <dgm:prSet phldrT="[Text]"/>
      <dgm:spPr/>
      <dgm:t>
        <a:bodyPr/>
        <a:lstStyle/>
        <a:p>
          <a:r>
            <a:rPr lang="en-US" dirty="0" err="1">
              <a:latin typeface="+mn-lt"/>
            </a:rPr>
            <a:t>GithubSetup</a:t>
          </a:r>
          <a:endParaRPr lang="en-US" dirty="0">
            <a:latin typeface="+mn-lt"/>
          </a:endParaRPr>
        </a:p>
      </dgm:t>
    </dgm:pt>
    <dgm:pt modelId="{8E5EE4D1-908E-455C-B8B3-281AD42DEC9A}" type="parTrans" cxnId="{B99CA6C9-28D1-4DDB-B8EC-AED73AD115CA}">
      <dgm:prSet/>
      <dgm:spPr/>
      <dgm:t>
        <a:bodyPr/>
        <a:lstStyle/>
        <a:p>
          <a:pPr algn="ctr"/>
          <a:endParaRPr lang="en-US" sz="2800">
            <a:latin typeface="+mn-lt"/>
          </a:endParaRPr>
        </a:p>
      </dgm:t>
    </dgm:pt>
    <dgm:pt modelId="{B208B24A-E9FD-40A9-B764-FB7C2B7ED8B9}" type="sibTrans" cxnId="{B99CA6C9-28D1-4DDB-B8EC-AED73AD115CA}">
      <dgm:prSet/>
      <dgm:spPr/>
      <dgm:t>
        <a:bodyPr/>
        <a:lstStyle/>
        <a:p>
          <a:endParaRPr lang="en-US">
            <a:latin typeface="+mn-lt"/>
          </a:endParaRPr>
        </a:p>
      </dgm:t>
    </dgm:pt>
    <dgm:pt modelId="{91969DED-4CB8-4A14-A50B-3F7B848E46B5}">
      <dgm:prSet phldrT="[Text]"/>
      <dgm:spPr/>
      <dgm:t>
        <a:bodyPr/>
        <a:lstStyle/>
        <a:p>
          <a:pPr>
            <a:defRPr b="1"/>
          </a:pPr>
          <a:r>
            <a:rPr lang="en-US" dirty="0">
              <a:latin typeface="+mn-lt"/>
            </a:rPr>
            <a:t>Week 04</a:t>
          </a:r>
        </a:p>
      </dgm:t>
    </dgm:pt>
    <dgm:pt modelId="{441CD73D-85E1-42A6-BCF8-362A3247E2F3}" type="parTrans" cxnId="{537F2ED0-8BD0-4AD5-B60D-89B660EDA1AC}">
      <dgm:prSet/>
      <dgm:spPr/>
      <dgm:t>
        <a:bodyPr/>
        <a:lstStyle/>
        <a:p>
          <a:pPr algn="ctr"/>
          <a:endParaRPr lang="en-US" sz="2800">
            <a:latin typeface="+mn-lt"/>
          </a:endParaRPr>
        </a:p>
      </dgm:t>
    </dgm:pt>
    <dgm:pt modelId="{81CA8AA2-C0C3-4381-BA8B-413EDD578B83}" type="sibTrans" cxnId="{537F2ED0-8BD0-4AD5-B60D-89B660EDA1AC}">
      <dgm:prSet/>
      <dgm:spPr/>
      <dgm:t>
        <a:bodyPr/>
        <a:lstStyle/>
        <a:p>
          <a:endParaRPr lang="en-US">
            <a:latin typeface="+mn-lt"/>
          </a:endParaRPr>
        </a:p>
      </dgm:t>
    </dgm:pt>
    <dgm:pt modelId="{8A04F340-E8E1-4146-9905-E7ADCAEAABD7}">
      <dgm:prSet phldrT="[Text]"/>
      <dgm:spPr/>
      <dgm:t>
        <a:bodyPr/>
        <a:lstStyle/>
        <a:p>
          <a:r>
            <a:rPr lang="en-US" dirty="0">
              <a:latin typeface="+mn-lt"/>
            </a:rPr>
            <a:t>Docker</a:t>
          </a:r>
        </a:p>
      </dgm:t>
    </dgm:pt>
    <dgm:pt modelId="{4EBD5EC2-45ED-4ED6-8376-97D155A911AE}" type="parTrans" cxnId="{E636BFFB-0404-4D4B-B3F0-C64FDFD9DDEF}">
      <dgm:prSet/>
      <dgm:spPr/>
      <dgm:t>
        <a:bodyPr/>
        <a:lstStyle/>
        <a:p>
          <a:pPr algn="ctr"/>
          <a:endParaRPr lang="en-US" sz="2800">
            <a:latin typeface="+mn-lt"/>
          </a:endParaRPr>
        </a:p>
      </dgm:t>
    </dgm:pt>
    <dgm:pt modelId="{F9CD2A04-6A34-4104-A971-391788B88F55}" type="sibTrans" cxnId="{E636BFFB-0404-4D4B-B3F0-C64FDFD9DDEF}">
      <dgm:prSet/>
      <dgm:spPr/>
      <dgm:t>
        <a:bodyPr/>
        <a:lstStyle/>
        <a:p>
          <a:endParaRPr lang="en-US">
            <a:latin typeface="+mn-lt"/>
          </a:endParaRPr>
        </a:p>
      </dgm:t>
    </dgm:pt>
    <dgm:pt modelId="{3CC73758-10C1-47F8-AFA7-1A986D4DDD60}">
      <dgm:prSet phldrT="[Text]"/>
      <dgm:spPr/>
      <dgm:t>
        <a:bodyPr/>
        <a:lstStyle/>
        <a:p>
          <a:pPr>
            <a:defRPr b="1"/>
          </a:pPr>
          <a:r>
            <a:rPr lang="en-US" dirty="0">
              <a:latin typeface="+mn-lt"/>
            </a:rPr>
            <a:t>Week 05 </a:t>
          </a:r>
        </a:p>
      </dgm:t>
    </dgm:pt>
    <dgm:pt modelId="{FF6AE4B6-4A2F-49EE-9316-9AF55E77838B}" type="parTrans" cxnId="{4A69F85D-5C15-48FD-893A-B3050E1BADEB}">
      <dgm:prSet/>
      <dgm:spPr/>
      <dgm:t>
        <a:bodyPr/>
        <a:lstStyle/>
        <a:p>
          <a:pPr algn="ctr"/>
          <a:endParaRPr lang="en-US" sz="2800">
            <a:latin typeface="+mn-lt"/>
          </a:endParaRPr>
        </a:p>
      </dgm:t>
    </dgm:pt>
    <dgm:pt modelId="{D8170BBA-6035-4773-8431-FEDD687647FF}" type="sibTrans" cxnId="{4A69F85D-5C15-48FD-893A-B3050E1BADEB}">
      <dgm:prSet/>
      <dgm:spPr/>
      <dgm:t>
        <a:bodyPr/>
        <a:lstStyle/>
        <a:p>
          <a:endParaRPr lang="en-US">
            <a:latin typeface="+mn-lt"/>
          </a:endParaRPr>
        </a:p>
      </dgm:t>
    </dgm:pt>
    <dgm:pt modelId="{FD9CA14A-483C-4869-B0C1-7C5FB7EEDBCC}">
      <dgm:prSet phldrT="[Text]"/>
      <dgm:spPr/>
      <dgm:t>
        <a:bodyPr/>
        <a:lstStyle/>
        <a:p>
          <a:r>
            <a:rPr lang="en-US" dirty="0">
              <a:latin typeface="+mn-lt"/>
            </a:rPr>
            <a:t>Context</a:t>
          </a:r>
        </a:p>
      </dgm:t>
    </dgm:pt>
    <dgm:pt modelId="{8182A92F-45BA-4CD1-8E43-0B0810A50FEB}" type="parTrans" cxnId="{5EDA943F-300F-408A-A52E-3D5140FD5C22}">
      <dgm:prSet/>
      <dgm:spPr/>
      <dgm:t>
        <a:bodyPr/>
        <a:lstStyle/>
        <a:p>
          <a:pPr algn="ctr"/>
          <a:endParaRPr lang="en-US" sz="2800">
            <a:latin typeface="+mn-lt"/>
          </a:endParaRPr>
        </a:p>
      </dgm:t>
    </dgm:pt>
    <dgm:pt modelId="{914BB93C-EA8A-4B5B-8F06-30DA7C7F4B7B}" type="sibTrans" cxnId="{5EDA943F-300F-408A-A52E-3D5140FD5C22}">
      <dgm:prSet/>
      <dgm:spPr/>
      <dgm:t>
        <a:bodyPr/>
        <a:lstStyle/>
        <a:p>
          <a:endParaRPr lang="en-US">
            <a:latin typeface="+mn-lt"/>
          </a:endParaRPr>
        </a:p>
      </dgm:t>
    </dgm:pt>
    <dgm:pt modelId="{D2FE027B-4161-41E1-B4D4-02AECB2E3FA0}">
      <dgm:prSet phldrT="[Text]"/>
      <dgm:spPr/>
      <dgm:t>
        <a:bodyPr/>
        <a:lstStyle/>
        <a:p>
          <a:pPr>
            <a:defRPr b="1"/>
          </a:pPr>
          <a:r>
            <a:rPr lang="en-US" dirty="0">
              <a:latin typeface="+mn-lt"/>
            </a:rPr>
            <a:t>Week 06</a:t>
          </a:r>
        </a:p>
      </dgm:t>
    </dgm:pt>
    <dgm:pt modelId="{88680CFE-3CE0-4842-B3D3-716D3B671238}" type="parTrans" cxnId="{4F4F82A2-02F1-492B-96C1-46C070BEFCE3}">
      <dgm:prSet/>
      <dgm:spPr/>
      <dgm:t>
        <a:bodyPr/>
        <a:lstStyle/>
        <a:p>
          <a:pPr algn="ctr"/>
          <a:endParaRPr lang="en-US" sz="2800">
            <a:latin typeface="+mn-lt"/>
          </a:endParaRPr>
        </a:p>
      </dgm:t>
    </dgm:pt>
    <dgm:pt modelId="{4D59E06B-629C-40B5-96D3-423B7A56C945}" type="sibTrans" cxnId="{4F4F82A2-02F1-492B-96C1-46C070BEFCE3}">
      <dgm:prSet/>
      <dgm:spPr/>
      <dgm:t>
        <a:bodyPr/>
        <a:lstStyle/>
        <a:p>
          <a:endParaRPr lang="en-US">
            <a:latin typeface="+mn-lt"/>
          </a:endParaRPr>
        </a:p>
      </dgm:t>
    </dgm:pt>
    <dgm:pt modelId="{2BE415B7-7185-4956-8487-237B40BC0EE5}">
      <dgm:prSet phldrT="[Text]"/>
      <dgm:spPr/>
      <dgm:t>
        <a:bodyPr/>
        <a:lstStyle/>
        <a:p>
          <a:r>
            <a:rPr lang="en-US">
              <a:latin typeface="+mn-lt"/>
            </a:rPr>
            <a:t>Den thimamai?</a:t>
          </a:r>
          <a:endParaRPr lang="en-US" dirty="0">
            <a:latin typeface="+mn-lt"/>
          </a:endParaRPr>
        </a:p>
      </dgm:t>
    </dgm:pt>
    <dgm:pt modelId="{A38E847E-0D1D-4F40-9A71-4D5999ADE08B}" type="parTrans" cxnId="{CB32A309-9CA9-4554-941D-519A91A9E733}">
      <dgm:prSet/>
      <dgm:spPr/>
      <dgm:t>
        <a:bodyPr/>
        <a:lstStyle/>
        <a:p>
          <a:pPr algn="ctr"/>
          <a:endParaRPr lang="en-US" sz="2800">
            <a:latin typeface="+mn-lt"/>
          </a:endParaRPr>
        </a:p>
      </dgm:t>
    </dgm:pt>
    <dgm:pt modelId="{F0D1C61C-E3F2-49BA-A2D8-C04A81308E5D}" type="sibTrans" cxnId="{CB32A309-9CA9-4554-941D-519A91A9E733}">
      <dgm:prSet/>
      <dgm:spPr/>
      <dgm:t>
        <a:bodyPr/>
        <a:lstStyle/>
        <a:p>
          <a:endParaRPr lang="en-US">
            <a:latin typeface="+mn-lt"/>
          </a:endParaRPr>
        </a:p>
      </dgm:t>
    </dgm:pt>
    <dgm:pt modelId="{BD7F872A-6940-47EB-BE6C-C4EEAE96E551}" type="pres">
      <dgm:prSet presAssocID="{A66480AC-C0DE-4E5E-9ECD-9AE37E3FCB79}" presName="Name0" presStyleCnt="0">
        <dgm:presLayoutVars>
          <dgm:dir/>
          <dgm:animLvl val="lvl"/>
          <dgm:resizeHandles val="exact"/>
        </dgm:presLayoutVars>
      </dgm:prSet>
      <dgm:spPr/>
    </dgm:pt>
    <dgm:pt modelId="{2997D26D-0A31-4E94-8887-DAA723AC51C1}" type="pres">
      <dgm:prSet presAssocID="{D2FE027B-4161-41E1-B4D4-02AECB2E3FA0}" presName="boxAndChildren" presStyleCnt="0"/>
      <dgm:spPr/>
    </dgm:pt>
    <dgm:pt modelId="{1D474872-F0AF-4035-A9E3-43831297AAA1}" type="pres">
      <dgm:prSet presAssocID="{D2FE027B-4161-41E1-B4D4-02AECB2E3FA0}" presName="parentTextBox" presStyleLbl="alignNode1" presStyleIdx="0" presStyleCnt="4"/>
      <dgm:spPr/>
    </dgm:pt>
    <dgm:pt modelId="{8AEFFAF8-1EE6-4F06-AF7A-19CDC88507B1}" type="pres">
      <dgm:prSet presAssocID="{D2FE027B-4161-41E1-B4D4-02AECB2E3FA0}" presName="descendantBox" presStyleLbl="bgAccFollowNode1" presStyleIdx="0" presStyleCnt="4"/>
      <dgm:spPr/>
    </dgm:pt>
    <dgm:pt modelId="{A8A02931-86B5-4D5B-AA2B-81D6FC51BB55}" type="pres">
      <dgm:prSet presAssocID="{D8170BBA-6035-4773-8431-FEDD687647FF}" presName="sp" presStyleCnt="0"/>
      <dgm:spPr/>
    </dgm:pt>
    <dgm:pt modelId="{BAFF05C8-4F45-496D-84B3-4C8A61162693}" type="pres">
      <dgm:prSet presAssocID="{3CC73758-10C1-47F8-AFA7-1A986D4DDD60}" presName="arrowAndChildren" presStyleCnt="0"/>
      <dgm:spPr/>
    </dgm:pt>
    <dgm:pt modelId="{42603252-6223-4F15-91E3-3CEB2FE995F7}" type="pres">
      <dgm:prSet presAssocID="{3CC73758-10C1-47F8-AFA7-1A986D4DDD60}" presName="parentTextArrow" presStyleLbl="node1" presStyleIdx="0" presStyleCnt="0"/>
      <dgm:spPr/>
    </dgm:pt>
    <dgm:pt modelId="{30A1F8AA-8662-4DAB-953B-B19BA07E7613}" type="pres">
      <dgm:prSet presAssocID="{3CC73758-10C1-47F8-AFA7-1A986D4DDD60}" presName="arrow" presStyleLbl="alignNode1" presStyleIdx="1" presStyleCnt="4"/>
      <dgm:spPr/>
    </dgm:pt>
    <dgm:pt modelId="{CA0E1395-E943-4C79-B59A-DF82C49B0E4A}" type="pres">
      <dgm:prSet presAssocID="{3CC73758-10C1-47F8-AFA7-1A986D4DDD60}" presName="descendantArrow" presStyleLbl="bgAccFollowNode1" presStyleIdx="1" presStyleCnt="4"/>
      <dgm:spPr/>
    </dgm:pt>
    <dgm:pt modelId="{FE7C30DD-872D-4769-9D22-08451975BC38}" type="pres">
      <dgm:prSet presAssocID="{81CA8AA2-C0C3-4381-BA8B-413EDD578B83}" presName="sp" presStyleCnt="0"/>
      <dgm:spPr/>
    </dgm:pt>
    <dgm:pt modelId="{FBE6A1A6-44DB-4AC0-8333-E8EEAFEA03F8}" type="pres">
      <dgm:prSet presAssocID="{91969DED-4CB8-4A14-A50B-3F7B848E46B5}" presName="arrowAndChildren" presStyleCnt="0"/>
      <dgm:spPr/>
    </dgm:pt>
    <dgm:pt modelId="{F65806DE-7FA9-4C39-888E-98C791A17C22}" type="pres">
      <dgm:prSet presAssocID="{91969DED-4CB8-4A14-A50B-3F7B848E46B5}" presName="parentTextArrow" presStyleLbl="node1" presStyleIdx="0" presStyleCnt="0"/>
      <dgm:spPr/>
    </dgm:pt>
    <dgm:pt modelId="{924FA33F-3A8A-4D15-BF99-6DB303C71D0D}" type="pres">
      <dgm:prSet presAssocID="{91969DED-4CB8-4A14-A50B-3F7B848E46B5}" presName="arrow" presStyleLbl="alignNode1" presStyleIdx="2" presStyleCnt="4"/>
      <dgm:spPr/>
    </dgm:pt>
    <dgm:pt modelId="{4C1798A2-9A40-4D3B-968A-AF764C8A06FF}" type="pres">
      <dgm:prSet presAssocID="{91969DED-4CB8-4A14-A50B-3F7B848E46B5}" presName="descendantArrow" presStyleLbl="bgAccFollowNode1" presStyleIdx="2" presStyleCnt="4"/>
      <dgm:spPr/>
    </dgm:pt>
    <dgm:pt modelId="{A4571D9F-2CB7-42DD-AE67-38C9B6C6EFD3}" type="pres">
      <dgm:prSet presAssocID="{67361508-930A-4A23-8CFC-BB56DA645C3C}" presName="sp" presStyleCnt="0"/>
      <dgm:spPr/>
    </dgm:pt>
    <dgm:pt modelId="{CA40B77B-B269-4251-A31C-4048D728C59E}" type="pres">
      <dgm:prSet presAssocID="{A8C03FBB-4A75-4460-AEA6-DEAEB9C61496}" presName="arrowAndChildren" presStyleCnt="0"/>
      <dgm:spPr/>
    </dgm:pt>
    <dgm:pt modelId="{6813EBFD-78C2-4EE7-8F47-FCB906A691D5}" type="pres">
      <dgm:prSet presAssocID="{A8C03FBB-4A75-4460-AEA6-DEAEB9C61496}" presName="parentTextArrow" presStyleLbl="node1" presStyleIdx="0" presStyleCnt="0"/>
      <dgm:spPr/>
    </dgm:pt>
    <dgm:pt modelId="{E3771873-D5EC-4BAE-B9C3-3AA3F0CD58A2}" type="pres">
      <dgm:prSet presAssocID="{A8C03FBB-4A75-4460-AEA6-DEAEB9C61496}" presName="arrow" presStyleLbl="alignNode1" presStyleIdx="3" presStyleCnt="4" custLinFactNeighborY="938"/>
      <dgm:spPr/>
    </dgm:pt>
    <dgm:pt modelId="{262EA726-48DD-4411-9915-2DD7E096AAD1}" type="pres">
      <dgm:prSet presAssocID="{A8C03FBB-4A75-4460-AEA6-DEAEB9C61496}" presName="descendantArrow" presStyleLbl="bgAccFollowNode1" presStyleIdx="3" presStyleCnt="4"/>
      <dgm:spPr/>
    </dgm:pt>
  </dgm:ptLst>
  <dgm:cxnLst>
    <dgm:cxn modelId="{CB32A309-9CA9-4554-941D-519A91A9E733}" srcId="{D2FE027B-4161-41E1-B4D4-02AECB2E3FA0}" destId="{2BE415B7-7185-4956-8487-237B40BC0EE5}" srcOrd="0" destOrd="0" parTransId="{A38E847E-0D1D-4F40-9A71-4D5999ADE08B}" sibTransId="{F0D1C61C-E3F2-49BA-A2D8-C04A81308E5D}"/>
    <dgm:cxn modelId="{A436B20C-38A8-41F1-AC81-B36EEAAC0923}" type="presOf" srcId="{A8C03FBB-4A75-4460-AEA6-DEAEB9C61496}" destId="{E3771873-D5EC-4BAE-B9C3-3AA3F0CD58A2}" srcOrd="1" destOrd="0" presId="urn:microsoft.com/office/officeart/2016/7/layout/VerticalDownArrowProcess"/>
    <dgm:cxn modelId="{FDFA9E19-DBCB-4D3B-8C9B-91917707C664}" type="presOf" srcId="{3CC73758-10C1-47F8-AFA7-1A986D4DDD60}" destId="{30A1F8AA-8662-4DAB-953B-B19BA07E7613}" srcOrd="1" destOrd="0" presId="urn:microsoft.com/office/officeart/2016/7/layout/VerticalDownArrowProcess"/>
    <dgm:cxn modelId="{5EDA943F-300F-408A-A52E-3D5140FD5C22}" srcId="{3CC73758-10C1-47F8-AFA7-1A986D4DDD60}" destId="{FD9CA14A-483C-4869-B0C1-7C5FB7EEDBCC}" srcOrd="0" destOrd="0" parTransId="{8182A92F-45BA-4CD1-8E43-0B0810A50FEB}" sibTransId="{914BB93C-EA8A-4B5B-8F06-30DA7C7F4B7B}"/>
    <dgm:cxn modelId="{4A69F85D-5C15-48FD-893A-B3050E1BADEB}" srcId="{A66480AC-C0DE-4E5E-9ECD-9AE37E3FCB79}" destId="{3CC73758-10C1-47F8-AFA7-1A986D4DDD60}" srcOrd="2" destOrd="0" parTransId="{FF6AE4B6-4A2F-49EE-9316-9AF55E77838B}" sibTransId="{D8170BBA-6035-4773-8431-FEDD687647FF}"/>
    <dgm:cxn modelId="{D0B6CC5F-50B4-4D46-9C5E-581FE445D01A}" type="presOf" srcId="{FD9CA14A-483C-4869-B0C1-7C5FB7EEDBCC}" destId="{CA0E1395-E943-4C79-B59A-DF82C49B0E4A}" srcOrd="0" destOrd="0" presId="urn:microsoft.com/office/officeart/2016/7/layout/VerticalDownArrowProcess"/>
    <dgm:cxn modelId="{D4B85B44-E17D-4B5A-B825-1540EB44F207}" type="presOf" srcId="{91969DED-4CB8-4A14-A50B-3F7B848E46B5}" destId="{F65806DE-7FA9-4C39-888E-98C791A17C22}" srcOrd="0" destOrd="0" presId="urn:microsoft.com/office/officeart/2016/7/layout/VerticalDownArrowProcess"/>
    <dgm:cxn modelId="{D3D81948-D963-4D1E-AE16-9705EAF510FC}" srcId="{A66480AC-C0DE-4E5E-9ECD-9AE37E3FCB79}" destId="{A8C03FBB-4A75-4460-AEA6-DEAEB9C61496}" srcOrd="0" destOrd="0" parTransId="{4E972F7F-4B1B-47AA-A25B-1FFC561F1C76}" sibTransId="{67361508-930A-4A23-8CFC-BB56DA645C3C}"/>
    <dgm:cxn modelId="{193F214A-719F-4CD4-9239-B93FFFF4ADCE}" type="presOf" srcId="{2BE415B7-7185-4956-8487-237B40BC0EE5}" destId="{8AEFFAF8-1EE6-4F06-AF7A-19CDC88507B1}" srcOrd="0" destOrd="0" presId="urn:microsoft.com/office/officeart/2016/7/layout/VerticalDownArrowProcess"/>
    <dgm:cxn modelId="{97F07994-4229-4A9F-B763-DCF857BFBC60}" type="presOf" srcId="{5E71F362-34DF-4EEC-92A3-0EFE450E05E4}" destId="{262EA726-48DD-4411-9915-2DD7E096AAD1}" srcOrd="0" destOrd="0" presId="urn:microsoft.com/office/officeart/2016/7/layout/VerticalDownArrowProcess"/>
    <dgm:cxn modelId="{1B884C96-6643-4FF0-A2B7-B109E6AB02FF}" type="presOf" srcId="{91969DED-4CB8-4A14-A50B-3F7B848E46B5}" destId="{924FA33F-3A8A-4D15-BF99-6DB303C71D0D}" srcOrd="1" destOrd="0" presId="urn:microsoft.com/office/officeart/2016/7/layout/VerticalDownArrowProcess"/>
    <dgm:cxn modelId="{4F4F82A2-02F1-492B-96C1-46C070BEFCE3}" srcId="{A66480AC-C0DE-4E5E-9ECD-9AE37E3FCB79}" destId="{D2FE027B-4161-41E1-B4D4-02AECB2E3FA0}" srcOrd="3" destOrd="0" parTransId="{88680CFE-3CE0-4842-B3D3-716D3B671238}" sibTransId="{4D59E06B-629C-40B5-96D3-423B7A56C945}"/>
    <dgm:cxn modelId="{6B106ABB-04C8-46D5-9C16-F7F040322BC4}" type="presOf" srcId="{A8C03FBB-4A75-4460-AEA6-DEAEB9C61496}" destId="{6813EBFD-78C2-4EE7-8F47-FCB906A691D5}" srcOrd="0" destOrd="0" presId="urn:microsoft.com/office/officeart/2016/7/layout/VerticalDownArrowProcess"/>
    <dgm:cxn modelId="{A38ECBC1-9FC1-454D-9356-0E17733D6497}" type="presOf" srcId="{8A04F340-E8E1-4146-9905-E7ADCAEAABD7}" destId="{4C1798A2-9A40-4D3B-968A-AF764C8A06FF}" srcOrd="0" destOrd="0" presId="urn:microsoft.com/office/officeart/2016/7/layout/VerticalDownArrowProcess"/>
    <dgm:cxn modelId="{475B81C4-AE1C-4871-A107-542884D9B942}" type="presOf" srcId="{3CC73758-10C1-47F8-AFA7-1A986D4DDD60}" destId="{42603252-6223-4F15-91E3-3CEB2FE995F7}" srcOrd="0" destOrd="0" presId="urn:microsoft.com/office/officeart/2016/7/layout/VerticalDownArrowProcess"/>
    <dgm:cxn modelId="{B99CA6C9-28D1-4DDB-B8EC-AED73AD115CA}" srcId="{A8C03FBB-4A75-4460-AEA6-DEAEB9C61496}" destId="{5E71F362-34DF-4EEC-92A3-0EFE450E05E4}" srcOrd="0" destOrd="0" parTransId="{8E5EE4D1-908E-455C-B8B3-281AD42DEC9A}" sibTransId="{B208B24A-E9FD-40A9-B764-FB7C2B7ED8B9}"/>
    <dgm:cxn modelId="{FC6062CE-2CAF-4DB4-8186-64554E8DEC89}" type="presOf" srcId="{D2FE027B-4161-41E1-B4D4-02AECB2E3FA0}" destId="{1D474872-F0AF-4035-A9E3-43831297AAA1}" srcOrd="0" destOrd="0" presId="urn:microsoft.com/office/officeart/2016/7/layout/VerticalDownArrowProcess"/>
    <dgm:cxn modelId="{537F2ED0-8BD0-4AD5-B60D-89B660EDA1AC}" srcId="{A66480AC-C0DE-4E5E-9ECD-9AE37E3FCB79}" destId="{91969DED-4CB8-4A14-A50B-3F7B848E46B5}" srcOrd="1" destOrd="0" parTransId="{441CD73D-85E1-42A6-BCF8-362A3247E2F3}" sibTransId="{81CA8AA2-C0C3-4381-BA8B-413EDD578B83}"/>
    <dgm:cxn modelId="{75DC0BE7-AA90-4326-A3FE-6D48A7FD5107}" type="presOf" srcId="{A66480AC-C0DE-4E5E-9ECD-9AE37E3FCB79}" destId="{BD7F872A-6940-47EB-BE6C-C4EEAE96E551}" srcOrd="0" destOrd="0" presId="urn:microsoft.com/office/officeart/2016/7/layout/VerticalDownArrowProcess"/>
    <dgm:cxn modelId="{E636BFFB-0404-4D4B-B3F0-C64FDFD9DDEF}" srcId="{91969DED-4CB8-4A14-A50B-3F7B848E46B5}" destId="{8A04F340-E8E1-4146-9905-E7ADCAEAABD7}" srcOrd="0" destOrd="0" parTransId="{4EBD5EC2-45ED-4ED6-8376-97D155A911AE}" sibTransId="{F9CD2A04-6A34-4104-A971-391788B88F55}"/>
    <dgm:cxn modelId="{ACA54B37-823D-49F9-8834-FAD282C8B1C4}" type="presParOf" srcId="{BD7F872A-6940-47EB-BE6C-C4EEAE96E551}" destId="{2997D26D-0A31-4E94-8887-DAA723AC51C1}" srcOrd="0" destOrd="0" presId="urn:microsoft.com/office/officeart/2016/7/layout/VerticalDownArrowProcess"/>
    <dgm:cxn modelId="{AAF163F1-4D23-4134-BF44-0D22F910149D}" type="presParOf" srcId="{2997D26D-0A31-4E94-8887-DAA723AC51C1}" destId="{1D474872-F0AF-4035-A9E3-43831297AAA1}" srcOrd="0" destOrd="0" presId="urn:microsoft.com/office/officeart/2016/7/layout/VerticalDownArrowProcess"/>
    <dgm:cxn modelId="{E8DDE29C-1CD1-429C-85D1-DF027AE09477}" type="presParOf" srcId="{2997D26D-0A31-4E94-8887-DAA723AC51C1}" destId="{8AEFFAF8-1EE6-4F06-AF7A-19CDC88507B1}" srcOrd="1" destOrd="0" presId="urn:microsoft.com/office/officeart/2016/7/layout/VerticalDownArrowProcess"/>
    <dgm:cxn modelId="{A6AC8E08-34D1-497C-9E3D-F3D5FD6F8544}" type="presParOf" srcId="{BD7F872A-6940-47EB-BE6C-C4EEAE96E551}" destId="{A8A02931-86B5-4D5B-AA2B-81D6FC51BB55}" srcOrd="1" destOrd="0" presId="urn:microsoft.com/office/officeart/2016/7/layout/VerticalDownArrowProcess"/>
    <dgm:cxn modelId="{0BBEE089-4906-46AD-A7A7-A4E760775751}" type="presParOf" srcId="{BD7F872A-6940-47EB-BE6C-C4EEAE96E551}" destId="{BAFF05C8-4F45-496D-84B3-4C8A61162693}" srcOrd="2" destOrd="0" presId="urn:microsoft.com/office/officeart/2016/7/layout/VerticalDownArrowProcess"/>
    <dgm:cxn modelId="{3F3D88DF-81AD-4EFD-962B-3C2137199F8B}" type="presParOf" srcId="{BAFF05C8-4F45-496D-84B3-4C8A61162693}" destId="{42603252-6223-4F15-91E3-3CEB2FE995F7}" srcOrd="0" destOrd="0" presId="urn:microsoft.com/office/officeart/2016/7/layout/VerticalDownArrowProcess"/>
    <dgm:cxn modelId="{3521AD13-71BC-412D-A2AC-4818E4E87DD1}" type="presParOf" srcId="{BAFF05C8-4F45-496D-84B3-4C8A61162693}" destId="{30A1F8AA-8662-4DAB-953B-B19BA07E7613}" srcOrd="1" destOrd="0" presId="urn:microsoft.com/office/officeart/2016/7/layout/VerticalDownArrowProcess"/>
    <dgm:cxn modelId="{79EC0DFA-358D-4F10-A360-A938E6D4755A}" type="presParOf" srcId="{BAFF05C8-4F45-496D-84B3-4C8A61162693}" destId="{CA0E1395-E943-4C79-B59A-DF82C49B0E4A}" srcOrd="2" destOrd="0" presId="urn:microsoft.com/office/officeart/2016/7/layout/VerticalDownArrowProcess"/>
    <dgm:cxn modelId="{341AC872-1C1D-4008-9A5D-A29A697A3BA3}" type="presParOf" srcId="{BD7F872A-6940-47EB-BE6C-C4EEAE96E551}" destId="{FE7C30DD-872D-4769-9D22-08451975BC38}" srcOrd="3" destOrd="0" presId="urn:microsoft.com/office/officeart/2016/7/layout/VerticalDownArrowProcess"/>
    <dgm:cxn modelId="{FCF08E8D-7A2D-4A11-BDCF-3BC13D6B2452}" type="presParOf" srcId="{BD7F872A-6940-47EB-BE6C-C4EEAE96E551}" destId="{FBE6A1A6-44DB-4AC0-8333-E8EEAFEA03F8}" srcOrd="4" destOrd="0" presId="urn:microsoft.com/office/officeart/2016/7/layout/VerticalDownArrowProcess"/>
    <dgm:cxn modelId="{04021BA3-0ABA-4347-8B63-E899313C5E66}" type="presParOf" srcId="{FBE6A1A6-44DB-4AC0-8333-E8EEAFEA03F8}" destId="{F65806DE-7FA9-4C39-888E-98C791A17C22}" srcOrd="0" destOrd="0" presId="urn:microsoft.com/office/officeart/2016/7/layout/VerticalDownArrowProcess"/>
    <dgm:cxn modelId="{5D2775CD-E26E-45DA-B8B6-957E52B75383}" type="presParOf" srcId="{FBE6A1A6-44DB-4AC0-8333-E8EEAFEA03F8}" destId="{924FA33F-3A8A-4D15-BF99-6DB303C71D0D}" srcOrd="1" destOrd="0" presId="urn:microsoft.com/office/officeart/2016/7/layout/VerticalDownArrowProcess"/>
    <dgm:cxn modelId="{EB5C807C-A8B8-416D-925A-6B2678079DCB}" type="presParOf" srcId="{FBE6A1A6-44DB-4AC0-8333-E8EEAFEA03F8}" destId="{4C1798A2-9A40-4D3B-968A-AF764C8A06FF}" srcOrd="2" destOrd="0" presId="urn:microsoft.com/office/officeart/2016/7/layout/VerticalDownArrowProcess"/>
    <dgm:cxn modelId="{B53D789F-2A2C-478D-9DF1-94CB332578E7}" type="presParOf" srcId="{BD7F872A-6940-47EB-BE6C-C4EEAE96E551}" destId="{A4571D9F-2CB7-42DD-AE67-38C9B6C6EFD3}" srcOrd="5" destOrd="0" presId="urn:microsoft.com/office/officeart/2016/7/layout/VerticalDownArrowProcess"/>
    <dgm:cxn modelId="{7FD259F6-0423-46A8-857A-9D29D4D7FACF}" type="presParOf" srcId="{BD7F872A-6940-47EB-BE6C-C4EEAE96E551}" destId="{CA40B77B-B269-4251-A31C-4048D728C59E}" srcOrd="6" destOrd="0" presId="urn:microsoft.com/office/officeart/2016/7/layout/VerticalDownArrowProcess"/>
    <dgm:cxn modelId="{6FF6B12A-645D-4503-98C3-AEC3C9637C24}" type="presParOf" srcId="{CA40B77B-B269-4251-A31C-4048D728C59E}" destId="{6813EBFD-78C2-4EE7-8F47-FCB906A691D5}" srcOrd="0" destOrd="0" presId="urn:microsoft.com/office/officeart/2016/7/layout/VerticalDownArrowProcess"/>
    <dgm:cxn modelId="{3DE11437-1E24-4BB1-A261-2A430FFBCD19}" type="presParOf" srcId="{CA40B77B-B269-4251-A31C-4048D728C59E}" destId="{E3771873-D5EC-4BAE-B9C3-3AA3F0CD58A2}" srcOrd="1" destOrd="0" presId="urn:microsoft.com/office/officeart/2016/7/layout/VerticalDownArrowProcess"/>
    <dgm:cxn modelId="{F25A589B-BF66-488E-8D5C-29485892F7CE}" type="presParOf" srcId="{CA40B77B-B269-4251-A31C-4048D728C59E}" destId="{262EA726-48DD-4411-9915-2DD7E096AAD1}" srcOrd="2" destOrd="0" presId="urn:microsoft.com/office/officeart/2016/7/layout/VerticalDownArrowProcess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66480AC-C0DE-4E5E-9ECD-9AE37E3FCB79}" type="doc">
      <dgm:prSet loTypeId="urn:microsoft.com/office/officeart/2005/8/layout/hierarchy3" loCatId="hierarchy" qsTypeId="urn:microsoft.com/office/officeart/2005/8/quickstyle/simple2" qsCatId="simple" csTypeId="urn:microsoft.com/office/officeart/2005/8/colors/accent3_2" csCatId="accent3" phldr="1"/>
      <dgm:spPr/>
      <dgm:t>
        <a:bodyPr/>
        <a:lstStyle/>
        <a:p>
          <a:endParaRPr lang="en-US"/>
        </a:p>
      </dgm:t>
    </dgm:pt>
    <dgm:pt modelId="{A8C03FBB-4A75-4460-AEA6-DEAEB9C61496}">
      <dgm:prSet phldrT="[Text]"/>
      <dgm:spPr/>
      <dgm:t>
        <a:bodyPr/>
        <a:lstStyle/>
        <a:p>
          <a:pPr>
            <a:defRPr b="1"/>
          </a:pPr>
          <a:r>
            <a:rPr lang="en-US">
              <a:latin typeface="+mn-lt"/>
            </a:rPr>
            <a:t>Week 07</a:t>
          </a:r>
        </a:p>
      </dgm:t>
    </dgm:pt>
    <dgm:pt modelId="{4E972F7F-4B1B-47AA-A25B-1FFC561F1C76}" type="parTrans" cxnId="{D3D81948-D963-4D1E-AE16-9705EAF510FC}">
      <dgm:prSet/>
      <dgm:spPr/>
      <dgm:t>
        <a:bodyPr/>
        <a:lstStyle/>
        <a:p>
          <a:pPr algn="ctr"/>
          <a:endParaRPr lang="en-US" sz="2800">
            <a:latin typeface="+mn-lt"/>
          </a:endParaRPr>
        </a:p>
      </dgm:t>
    </dgm:pt>
    <dgm:pt modelId="{67361508-930A-4A23-8CFC-BB56DA645C3C}" type="sibTrans" cxnId="{D3D81948-D963-4D1E-AE16-9705EAF510FC}">
      <dgm:prSet/>
      <dgm:spPr/>
      <dgm:t>
        <a:bodyPr/>
        <a:lstStyle/>
        <a:p>
          <a:endParaRPr lang="en-US">
            <a:latin typeface="+mn-lt"/>
          </a:endParaRPr>
        </a:p>
      </dgm:t>
    </dgm:pt>
    <dgm:pt modelId="{5E71F362-34DF-4EEC-92A3-0EFE450E05E4}">
      <dgm:prSet phldrT="[Text]"/>
      <dgm:spPr/>
      <dgm:t>
        <a:bodyPr/>
        <a:lstStyle/>
        <a:p>
          <a:r>
            <a:rPr lang="en-US">
              <a:latin typeface="+mn-lt"/>
            </a:rPr>
            <a:t>Home Assistant</a:t>
          </a:r>
        </a:p>
      </dgm:t>
    </dgm:pt>
    <dgm:pt modelId="{8E5EE4D1-908E-455C-B8B3-281AD42DEC9A}" type="parTrans" cxnId="{B99CA6C9-28D1-4DDB-B8EC-AED73AD115CA}">
      <dgm:prSet/>
      <dgm:spPr/>
      <dgm:t>
        <a:bodyPr/>
        <a:lstStyle/>
        <a:p>
          <a:pPr algn="ctr"/>
          <a:endParaRPr lang="en-US" sz="2800">
            <a:latin typeface="+mn-lt"/>
          </a:endParaRPr>
        </a:p>
      </dgm:t>
    </dgm:pt>
    <dgm:pt modelId="{B208B24A-E9FD-40A9-B764-FB7C2B7ED8B9}" type="sibTrans" cxnId="{B99CA6C9-28D1-4DDB-B8EC-AED73AD115CA}">
      <dgm:prSet/>
      <dgm:spPr/>
      <dgm:t>
        <a:bodyPr/>
        <a:lstStyle/>
        <a:p>
          <a:endParaRPr lang="en-US">
            <a:latin typeface="+mn-lt"/>
          </a:endParaRPr>
        </a:p>
      </dgm:t>
    </dgm:pt>
    <dgm:pt modelId="{91969DED-4CB8-4A14-A50B-3F7B848E46B5}">
      <dgm:prSet phldrT="[Text]"/>
      <dgm:spPr/>
      <dgm:t>
        <a:bodyPr/>
        <a:lstStyle/>
        <a:p>
          <a:pPr>
            <a:defRPr b="1"/>
          </a:pPr>
          <a:r>
            <a:rPr lang="en-US">
              <a:latin typeface="+mn-lt"/>
            </a:rPr>
            <a:t>Week 08</a:t>
          </a:r>
        </a:p>
      </dgm:t>
    </dgm:pt>
    <dgm:pt modelId="{441CD73D-85E1-42A6-BCF8-362A3247E2F3}" type="parTrans" cxnId="{537F2ED0-8BD0-4AD5-B60D-89B660EDA1AC}">
      <dgm:prSet/>
      <dgm:spPr/>
      <dgm:t>
        <a:bodyPr/>
        <a:lstStyle/>
        <a:p>
          <a:pPr algn="ctr"/>
          <a:endParaRPr lang="en-US" sz="2800">
            <a:latin typeface="+mn-lt"/>
          </a:endParaRPr>
        </a:p>
      </dgm:t>
    </dgm:pt>
    <dgm:pt modelId="{81CA8AA2-C0C3-4381-BA8B-413EDD578B83}" type="sibTrans" cxnId="{537F2ED0-8BD0-4AD5-B60D-89B660EDA1AC}">
      <dgm:prSet/>
      <dgm:spPr/>
      <dgm:t>
        <a:bodyPr/>
        <a:lstStyle/>
        <a:p>
          <a:endParaRPr lang="en-US">
            <a:latin typeface="+mn-lt"/>
          </a:endParaRPr>
        </a:p>
      </dgm:t>
    </dgm:pt>
    <dgm:pt modelId="{8A04F340-E8E1-4146-9905-E7ADCAEAABD7}">
      <dgm:prSet phldrT="[Text]"/>
      <dgm:spPr/>
      <dgm:t>
        <a:bodyPr/>
        <a:lstStyle/>
        <a:p>
          <a:r>
            <a:rPr lang="en-US">
              <a:latin typeface="+mn-lt"/>
            </a:rPr>
            <a:t>Swagger &amp; AsyncAPI</a:t>
          </a:r>
        </a:p>
      </dgm:t>
    </dgm:pt>
    <dgm:pt modelId="{4EBD5EC2-45ED-4ED6-8376-97D155A911AE}" type="parTrans" cxnId="{E636BFFB-0404-4D4B-B3F0-C64FDFD9DDEF}">
      <dgm:prSet/>
      <dgm:spPr/>
      <dgm:t>
        <a:bodyPr/>
        <a:lstStyle/>
        <a:p>
          <a:pPr algn="ctr"/>
          <a:endParaRPr lang="en-US" sz="2800">
            <a:latin typeface="+mn-lt"/>
          </a:endParaRPr>
        </a:p>
      </dgm:t>
    </dgm:pt>
    <dgm:pt modelId="{F9CD2A04-6A34-4104-A971-391788B88F55}" type="sibTrans" cxnId="{E636BFFB-0404-4D4B-B3F0-C64FDFD9DDEF}">
      <dgm:prSet/>
      <dgm:spPr/>
      <dgm:t>
        <a:bodyPr/>
        <a:lstStyle/>
        <a:p>
          <a:endParaRPr lang="en-US">
            <a:latin typeface="+mn-lt"/>
          </a:endParaRPr>
        </a:p>
      </dgm:t>
    </dgm:pt>
    <dgm:pt modelId="{3CC73758-10C1-47F8-AFA7-1A986D4DDD60}">
      <dgm:prSet phldrT="[Text]"/>
      <dgm:spPr/>
      <dgm:t>
        <a:bodyPr/>
        <a:lstStyle/>
        <a:p>
          <a:pPr>
            <a:defRPr b="1"/>
          </a:pPr>
          <a:r>
            <a:rPr lang="en-US">
              <a:latin typeface="+mn-lt"/>
            </a:rPr>
            <a:t>Week 09 </a:t>
          </a:r>
        </a:p>
      </dgm:t>
    </dgm:pt>
    <dgm:pt modelId="{FF6AE4B6-4A2F-49EE-9316-9AF55E77838B}" type="parTrans" cxnId="{4A69F85D-5C15-48FD-893A-B3050E1BADEB}">
      <dgm:prSet/>
      <dgm:spPr/>
      <dgm:t>
        <a:bodyPr/>
        <a:lstStyle/>
        <a:p>
          <a:pPr algn="ctr"/>
          <a:endParaRPr lang="en-US" sz="2800">
            <a:latin typeface="+mn-lt"/>
          </a:endParaRPr>
        </a:p>
      </dgm:t>
    </dgm:pt>
    <dgm:pt modelId="{D8170BBA-6035-4773-8431-FEDD687647FF}" type="sibTrans" cxnId="{4A69F85D-5C15-48FD-893A-B3050E1BADEB}">
      <dgm:prSet/>
      <dgm:spPr/>
      <dgm:t>
        <a:bodyPr/>
        <a:lstStyle/>
        <a:p>
          <a:endParaRPr lang="en-US">
            <a:latin typeface="+mn-lt"/>
          </a:endParaRPr>
        </a:p>
      </dgm:t>
    </dgm:pt>
    <dgm:pt modelId="{FD9CA14A-483C-4869-B0C1-7C5FB7EEDBCC}">
      <dgm:prSet phldrT="[Text]"/>
      <dgm:spPr/>
      <dgm:t>
        <a:bodyPr/>
        <a:lstStyle/>
        <a:p>
          <a:r>
            <a:rPr lang="en-US">
              <a:latin typeface="+mn-lt"/>
            </a:rPr>
            <a:t>Virtual Sensors &amp; Edge AI</a:t>
          </a:r>
        </a:p>
      </dgm:t>
    </dgm:pt>
    <dgm:pt modelId="{8182A92F-45BA-4CD1-8E43-0B0810A50FEB}" type="parTrans" cxnId="{5EDA943F-300F-408A-A52E-3D5140FD5C22}">
      <dgm:prSet/>
      <dgm:spPr/>
      <dgm:t>
        <a:bodyPr/>
        <a:lstStyle/>
        <a:p>
          <a:pPr algn="ctr"/>
          <a:endParaRPr lang="en-US" sz="2800">
            <a:latin typeface="+mn-lt"/>
          </a:endParaRPr>
        </a:p>
      </dgm:t>
    </dgm:pt>
    <dgm:pt modelId="{914BB93C-EA8A-4B5B-8F06-30DA7C7F4B7B}" type="sibTrans" cxnId="{5EDA943F-300F-408A-A52E-3D5140FD5C22}">
      <dgm:prSet/>
      <dgm:spPr/>
      <dgm:t>
        <a:bodyPr/>
        <a:lstStyle/>
        <a:p>
          <a:endParaRPr lang="en-US">
            <a:latin typeface="+mn-lt"/>
          </a:endParaRPr>
        </a:p>
      </dgm:t>
    </dgm:pt>
    <dgm:pt modelId="{D2FE027B-4161-41E1-B4D4-02AECB2E3FA0}">
      <dgm:prSet phldrT="[Text]"/>
      <dgm:spPr/>
      <dgm:t>
        <a:bodyPr/>
        <a:lstStyle/>
        <a:p>
          <a:pPr>
            <a:defRPr b="1"/>
          </a:pPr>
          <a:r>
            <a:rPr lang="en-US">
              <a:latin typeface="+mn-lt"/>
            </a:rPr>
            <a:t>Week 10</a:t>
          </a:r>
        </a:p>
      </dgm:t>
    </dgm:pt>
    <dgm:pt modelId="{88680CFE-3CE0-4842-B3D3-716D3B671238}" type="parTrans" cxnId="{4F4F82A2-02F1-492B-96C1-46C070BEFCE3}">
      <dgm:prSet/>
      <dgm:spPr/>
      <dgm:t>
        <a:bodyPr/>
        <a:lstStyle/>
        <a:p>
          <a:pPr algn="ctr"/>
          <a:endParaRPr lang="en-US" sz="2800">
            <a:latin typeface="+mn-lt"/>
          </a:endParaRPr>
        </a:p>
      </dgm:t>
    </dgm:pt>
    <dgm:pt modelId="{4D59E06B-629C-40B5-96D3-423B7A56C945}" type="sibTrans" cxnId="{4F4F82A2-02F1-492B-96C1-46C070BEFCE3}">
      <dgm:prSet/>
      <dgm:spPr/>
      <dgm:t>
        <a:bodyPr/>
        <a:lstStyle/>
        <a:p>
          <a:endParaRPr lang="en-US">
            <a:latin typeface="+mn-lt"/>
          </a:endParaRPr>
        </a:p>
      </dgm:t>
    </dgm:pt>
    <dgm:pt modelId="{2BE415B7-7185-4956-8487-237B40BC0EE5}">
      <dgm:prSet phldrT="[Text]"/>
      <dgm:spPr/>
      <dgm:t>
        <a:bodyPr/>
        <a:lstStyle/>
        <a:p>
          <a:r>
            <a:rPr lang="en-US">
              <a:latin typeface="+mn-lt"/>
            </a:rPr>
            <a:t>Node Red</a:t>
          </a:r>
        </a:p>
      </dgm:t>
    </dgm:pt>
    <dgm:pt modelId="{A38E847E-0D1D-4F40-9A71-4D5999ADE08B}" type="parTrans" cxnId="{CB32A309-9CA9-4554-941D-519A91A9E733}">
      <dgm:prSet/>
      <dgm:spPr/>
      <dgm:t>
        <a:bodyPr/>
        <a:lstStyle/>
        <a:p>
          <a:pPr algn="ctr"/>
          <a:endParaRPr lang="en-US" sz="2800">
            <a:latin typeface="+mn-lt"/>
          </a:endParaRPr>
        </a:p>
      </dgm:t>
    </dgm:pt>
    <dgm:pt modelId="{F0D1C61C-E3F2-49BA-A2D8-C04A81308E5D}" type="sibTrans" cxnId="{CB32A309-9CA9-4554-941D-519A91A9E733}">
      <dgm:prSet/>
      <dgm:spPr/>
      <dgm:t>
        <a:bodyPr/>
        <a:lstStyle/>
        <a:p>
          <a:endParaRPr lang="en-US">
            <a:latin typeface="+mn-lt"/>
          </a:endParaRPr>
        </a:p>
      </dgm:t>
    </dgm:pt>
    <dgm:pt modelId="{DB498741-8ABA-44C0-8B75-224E0732E773}" type="pres">
      <dgm:prSet presAssocID="{A66480AC-C0DE-4E5E-9ECD-9AE37E3FCB79}" presName="diagram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B72A4F70-BD3C-46F7-98C2-4D38C9544852}" type="pres">
      <dgm:prSet presAssocID="{A8C03FBB-4A75-4460-AEA6-DEAEB9C61496}" presName="root" presStyleCnt="0"/>
      <dgm:spPr/>
    </dgm:pt>
    <dgm:pt modelId="{C5B1B32D-5A4A-472D-A5C3-BD7554B7FE03}" type="pres">
      <dgm:prSet presAssocID="{A8C03FBB-4A75-4460-AEA6-DEAEB9C61496}" presName="rootComposite" presStyleCnt="0"/>
      <dgm:spPr/>
    </dgm:pt>
    <dgm:pt modelId="{EFE8DDA2-F173-425C-9A5C-A8B83BD59F63}" type="pres">
      <dgm:prSet presAssocID="{A8C03FBB-4A75-4460-AEA6-DEAEB9C61496}" presName="rootText" presStyleLbl="node1" presStyleIdx="0" presStyleCnt="4"/>
      <dgm:spPr/>
    </dgm:pt>
    <dgm:pt modelId="{2EA5E456-59ED-4357-9F64-4AE2D1FF861A}" type="pres">
      <dgm:prSet presAssocID="{A8C03FBB-4A75-4460-AEA6-DEAEB9C61496}" presName="rootConnector" presStyleLbl="node1" presStyleIdx="0" presStyleCnt="4"/>
      <dgm:spPr/>
    </dgm:pt>
    <dgm:pt modelId="{0120ECD7-3160-4DF3-9E38-C55A086313EC}" type="pres">
      <dgm:prSet presAssocID="{A8C03FBB-4A75-4460-AEA6-DEAEB9C61496}" presName="childShape" presStyleCnt="0"/>
      <dgm:spPr/>
    </dgm:pt>
    <dgm:pt modelId="{770CD0ED-B74A-4FF3-8567-3C1CD9E355E5}" type="pres">
      <dgm:prSet presAssocID="{8E5EE4D1-908E-455C-B8B3-281AD42DEC9A}" presName="Name13" presStyleLbl="parChTrans1D2" presStyleIdx="0" presStyleCnt="4"/>
      <dgm:spPr/>
    </dgm:pt>
    <dgm:pt modelId="{B4EE23A0-576C-45B7-ADCC-3908CAF42349}" type="pres">
      <dgm:prSet presAssocID="{5E71F362-34DF-4EEC-92A3-0EFE450E05E4}" presName="childText" presStyleLbl="bgAcc1" presStyleIdx="0" presStyleCnt="4">
        <dgm:presLayoutVars>
          <dgm:bulletEnabled val="1"/>
        </dgm:presLayoutVars>
      </dgm:prSet>
      <dgm:spPr/>
    </dgm:pt>
    <dgm:pt modelId="{BC4A4326-D09C-4D4A-BB10-FB0CCF4F5B4E}" type="pres">
      <dgm:prSet presAssocID="{91969DED-4CB8-4A14-A50B-3F7B848E46B5}" presName="root" presStyleCnt="0"/>
      <dgm:spPr/>
    </dgm:pt>
    <dgm:pt modelId="{43BD8E24-9870-44B0-9A0C-7BE2C2F80528}" type="pres">
      <dgm:prSet presAssocID="{91969DED-4CB8-4A14-A50B-3F7B848E46B5}" presName="rootComposite" presStyleCnt="0"/>
      <dgm:spPr/>
    </dgm:pt>
    <dgm:pt modelId="{B2B85D70-3379-4A3A-BFC7-55B1CFF6135E}" type="pres">
      <dgm:prSet presAssocID="{91969DED-4CB8-4A14-A50B-3F7B848E46B5}" presName="rootText" presStyleLbl="node1" presStyleIdx="1" presStyleCnt="4"/>
      <dgm:spPr/>
    </dgm:pt>
    <dgm:pt modelId="{60235DB2-CB4A-47E8-9B12-88DA9F02032A}" type="pres">
      <dgm:prSet presAssocID="{91969DED-4CB8-4A14-A50B-3F7B848E46B5}" presName="rootConnector" presStyleLbl="node1" presStyleIdx="1" presStyleCnt="4"/>
      <dgm:spPr/>
    </dgm:pt>
    <dgm:pt modelId="{5B16DF0D-3C17-4A67-B31F-E76553BBDB3C}" type="pres">
      <dgm:prSet presAssocID="{91969DED-4CB8-4A14-A50B-3F7B848E46B5}" presName="childShape" presStyleCnt="0"/>
      <dgm:spPr/>
    </dgm:pt>
    <dgm:pt modelId="{15863C0C-CD41-4F42-A67A-503A62AED956}" type="pres">
      <dgm:prSet presAssocID="{4EBD5EC2-45ED-4ED6-8376-97D155A911AE}" presName="Name13" presStyleLbl="parChTrans1D2" presStyleIdx="1" presStyleCnt="4"/>
      <dgm:spPr/>
    </dgm:pt>
    <dgm:pt modelId="{91F90D3F-5B3C-4417-828E-DB7BBCCCA93D}" type="pres">
      <dgm:prSet presAssocID="{8A04F340-E8E1-4146-9905-E7ADCAEAABD7}" presName="childText" presStyleLbl="bgAcc1" presStyleIdx="1" presStyleCnt="4">
        <dgm:presLayoutVars>
          <dgm:bulletEnabled val="1"/>
        </dgm:presLayoutVars>
      </dgm:prSet>
      <dgm:spPr/>
    </dgm:pt>
    <dgm:pt modelId="{1674B00B-2531-425F-B623-6C040CF7840F}" type="pres">
      <dgm:prSet presAssocID="{3CC73758-10C1-47F8-AFA7-1A986D4DDD60}" presName="root" presStyleCnt="0"/>
      <dgm:spPr/>
    </dgm:pt>
    <dgm:pt modelId="{9C03C986-64FE-4A23-A69C-9CAD2EF54FBD}" type="pres">
      <dgm:prSet presAssocID="{3CC73758-10C1-47F8-AFA7-1A986D4DDD60}" presName="rootComposite" presStyleCnt="0"/>
      <dgm:spPr/>
    </dgm:pt>
    <dgm:pt modelId="{A45A8FE1-97F9-4D32-ACBB-56FC455F3F54}" type="pres">
      <dgm:prSet presAssocID="{3CC73758-10C1-47F8-AFA7-1A986D4DDD60}" presName="rootText" presStyleLbl="node1" presStyleIdx="2" presStyleCnt="4"/>
      <dgm:spPr/>
    </dgm:pt>
    <dgm:pt modelId="{66C01C03-EAEC-4537-B004-F480ABEC743F}" type="pres">
      <dgm:prSet presAssocID="{3CC73758-10C1-47F8-AFA7-1A986D4DDD60}" presName="rootConnector" presStyleLbl="node1" presStyleIdx="2" presStyleCnt="4"/>
      <dgm:spPr/>
    </dgm:pt>
    <dgm:pt modelId="{E298DDAC-D791-4C40-923F-C73250CD98FA}" type="pres">
      <dgm:prSet presAssocID="{3CC73758-10C1-47F8-AFA7-1A986D4DDD60}" presName="childShape" presStyleCnt="0"/>
      <dgm:spPr/>
    </dgm:pt>
    <dgm:pt modelId="{2AF69084-4F24-4FF0-BE70-B867BB2181BA}" type="pres">
      <dgm:prSet presAssocID="{8182A92F-45BA-4CD1-8E43-0B0810A50FEB}" presName="Name13" presStyleLbl="parChTrans1D2" presStyleIdx="2" presStyleCnt="4"/>
      <dgm:spPr/>
    </dgm:pt>
    <dgm:pt modelId="{480DA85B-472C-4207-A635-390AB779F8AA}" type="pres">
      <dgm:prSet presAssocID="{FD9CA14A-483C-4869-B0C1-7C5FB7EEDBCC}" presName="childText" presStyleLbl="bgAcc1" presStyleIdx="2" presStyleCnt="4">
        <dgm:presLayoutVars>
          <dgm:bulletEnabled val="1"/>
        </dgm:presLayoutVars>
      </dgm:prSet>
      <dgm:spPr/>
    </dgm:pt>
    <dgm:pt modelId="{7BBF45BE-5D52-4946-AC1C-9B67D3D39DB1}" type="pres">
      <dgm:prSet presAssocID="{D2FE027B-4161-41E1-B4D4-02AECB2E3FA0}" presName="root" presStyleCnt="0"/>
      <dgm:spPr/>
    </dgm:pt>
    <dgm:pt modelId="{1747C935-EDA8-4F9D-A002-D8D41523E255}" type="pres">
      <dgm:prSet presAssocID="{D2FE027B-4161-41E1-B4D4-02AECB2E3FA0}" presName="rootComposite" presStyleCnt="0"/>
      <dgm:spPr/>
    </dgm:pt>
    <dgm:pt modelId="{E272C3A2-C6CE-456E-8739-8CE42DB97611}" type="pres">
      <dgm:prSet presAssocID="{D2FE027B-4161-41E1-B4D4-02AECB2E3FA0}" presName="rootText" presStyleLbl="node1" presStyleIdx="3" presStyleCnt="4"/>
      <dgm:spPr/>
    </dgm:pt>
    <dgm:pt modelId="{0214D70E-F5CC-430E-BBE1-15FF8210C217}" type="pres">
      <dgm:prSet presAssocID="{D2FE027B-4161-41E1-B4D4-02AECB2E3FA0}" presName="rootConnector" presStyleLbl="node1" presStyleIdx="3" presStyleCnt="4"/>
      <dgm:spPr/>
    </dgm:pt>
    <dgm:pt modelId="{470BE337-F34A-43D4-8594-2430E2101880}" type="pres">
      <dgm:prSet presAssocID="{D2FE027B-4161-41E1-B4D4-02AECB2E3FA0}" presName="childShape" presStyleCnt="0"/>
      <dgm:spPr/>
    </dgm:pt>
    <dgm:pt modelId="{31F3111D-A95C-4A21-A541-C019A9B90DB4}" type="pres">
      <dgm:prSet presAssocID="{A38E847E-0D1D-4F40-9A71-4D5999ADE08B}" presName="Name13" presStyleLbl="parChTrans1D2" presStyleIdx="3" presStyleCnt="4"/>
      <dgm:spPr/>
    </dgm:pt>
    <dgm:pt modelId="{5AC548F6-4633-40AA-AC0B-F3A946DF7357}" type="pres">
      <dgm:prSet presAssocID="{2BE415B7-7185-4956-8487-237B40BC0EE5}" presName="childText" presStyleLbl="bgAcc1" presStyleIdx="3" presStyleCnt="4">
        <dgm:presLayoutVars>
          <dgm:bulletEnabled val="1"/>
        </dgm:presLayoutVars>
      </dgm:prSet>
      <dgm:spPr/>
    </dgm:pt>
  </dgm:ptLst>
  <dgm:cxnLst>
    <dgm:cxn modelId="{41CD8903-D9AE-410D-9C93-F89E5A99359B}" type="presOf" srcId="{91969DED-4CB8-4A14-A50B-3F7B848E46B5}" destId="{60235DB2-CB4A-47E8-9B12-88DA9F02032A}" srcOrd="1" destOrd="0" presId="urn:microsoft.com/office/officeart/2005/8/layout/hierarchy3"/>
    <dgm:cxn modelId="{48E5B808-CC14-4745-BAAB-B8653E9E5B58}" type="presOf" srcId="{91969DED-4CB8-4A14-A50B-3F7B848E46B5}" destId="{B2B85D70-3379-4A3A-BFC7-55B1CFF6135E}" srcOrd="0" destOrd="0" presId="urn:microsoft.com/office/officeart/2005/8/layout/hierarchy3"/>
    <dgm:cxn modelId="{CB32A309-9CA9-4554-941D-519A91A9E733}" srcId="{D2FE027B-4161-41E1-B4D4-02AECB2E3FA0}" destId="{2BE415B7-7185-4956-8487-237B40BC0EE5}" srcOrd="0" destOrd="0" parTransId="{A38E847E-0D1D-4F40-9A71-4D5999ADE08B}" sibTransId="{F0D1C61C-E3F2-49BA-A2D8-C04A81308E5D}"/>
    <dgm:cxn modelId="{78E7C409-3A1B-4082-90C8-1D47F7E2D12F}" type="presOf" srcId="{A8C03FBB-4A75-4460-AEA6-DEAEB9C61496}" destId="{2EA5E456-59ED-4357-9F64-4AE2D1FF861A}" srcOrd="1" destOrd="0" presId="urn:microsoft.com/office/officeart/2005/8/layout/hierarchy3"/>
    <dgm:cxn modelId="{BD184C0D-2FFD-4796-AED1-D8D204081C26}" type="presOf" srcId="{FD9CA14A-483C-4869-B0C1-7C5FB7EEDBCC}" destId="{480DA85B-472C-4207-A635-390AB779F8AA}" srcOrd="0" destOrd="0" presId="urn:microsoft.com/office/officeart/2005/8/layout/hierarchy3"/>
    <dgm:cxn modelId="{7EB98F28-2251-480A-AC59-D5291300D8E3}" type="presOf" srcId="{D2FE027B-4161-41E1-B4D4-02AECB2E3FA0}" destId="{0214D70E-F5CC-430E-BBE1-15FF8210C217}" srcOrd="1" destOrd="0" presId="urn:microsoft.com/office/officeart/2005/8/layout/hierarchy3"/>
    <dgm:cxn modelId="{669A8E2F-EA40-45BE-8DCF-4687F17DBCDF}" type="presOf" srcId="{D2FE027B-4161-41E1-B4D4-02AECB2E3FA0}" destId="{E272C3A2-C6CE-456E-8739-8CE42DB97611}" srcOrd="0" destOrd="0" presId="urn:microsoft.com/office/officeart/2005/8/layout/hierarchy3"/>
    <dgm:cxn modelId="{5EDA943F-300F-408A-A52E-3D5140FD5C22}" srcId="{3CC73758-10C1-47F8-AFA7-1A986D4DDD60}" destId="{FD9CA14A-483C-4869-B0C1-7C5FB7EEDBCC}" srcOrd="0" destOrd="0" parTransId="{8182A92F-45BA-4CD1-8E43-0B0810A50FEB}" sibTransId="{914BB93C-EA8A-4B5B-8F06-30DA7C7F4B7B}"/>
    <dgm:cxn modelId="{4A69F85D-5C15-48FD-893A-B3050E1BADEB}" srcId="{A66480AC-C0DE-4E5E-9ECD-9AE37E3FCB79}" destId="{3CC73758-10C1-47F8-AFA7-1A986D4DDD60}" srcOrd="2" destOrd="0" parTransId="{FF6AE4B6-4A2F-49EE-9316-9AF55E77838B}" sibTransId="{D8170BBA-6035-4773-8431-FEDD687647FF}"/>
    <dgm:cxn modelId="{D3D81948-D963-4D1E-AE16-9705EAF510FC}" srcId="{A66480AC-C0DE-4E5E-9ECD-9AE37E3FCB79}" destId="{A8C03FBB-4A75-4460-AEA6-DEAEB9C61496}" srcOrd="0" destOrd="0" parTransId="{4E972F7F-4B1B-47AA-A25B-1FFC561F1C76}" sibTransId="{67361508-930A-4A23-8CFC-BB56DA645C3C}"/>
    <dgm:cxn modelId="{AE3C474D-D647-4DBF-9F55-895922EF08A7}" type="presOf" srcId="{8182A92F-45BA-4CD1-8E43-0B0810A50FEB}" destId="{2AF69084-4F24-4FF0-BE70-B867BB2181BA}" srcOrd="0" destOrd="0" presId="urn:microsoft.com/office/officeart/2005/8/layout/hierarchy3"/>
    <dgm:cxn modelId="{3BAE0555-E0C1-425B-85FD-DA68B860EA05}" type="presOf" srcId="{8E5EE4D1-908E-455C-B8B3-281AD42DEC9A}" destId="{770CD0ED-B74A-4FF3-8567-3C1CD9E355E5}" srcOrd="0" destOrd="0" presId="urn:microsoft.com/office/officeart/2005/8/layout/hierarchy3"/>
    <dgm:cxn modelId="{4476097B-F193-4668-B9F7-35450AB1716E}" type="presOf" srcId="{A8C03FBB-4A75-4460-AEA6-DEAEB9C61496}" destId="{EFE8DDA2-F173-425C-9A5C-A8B83BD59F63}" srcOrd="0" destOrd="0" presId="urn:microsoft.com/office/officeart/2005/8/layout/hierarchy3"/>
    <dgm:cxn modelId="{58DB8986-8030-4D02-A514-61BBC9F4A2A1}" type="presOf" srcId="{8A04F340-E8E1-4146-9905-E7ADCAEAABD7}" destId="{91F90D3F-5B3C-4417-828E-DB7BBCCCA93D}" srcOrd="0" destOrd="0" presId="urn:microsoft.com/office/officeart/2005/8/layout/hierarchy3"/>
    <dgm:cxn modelId="{397A1C9F-116B-4C03-AA0D-DA39D2F981BD}" type="presOf" srcId="{4EBD5EC2-45ED-4ED6-8376-97D155A911AE}" destId="{15863C0C-CD41-4F42-A67A-503A62AED956}" srcOrd="0" destOrd="0" presId="urn:microsoft.com/office/officeart/2005/8/layout/hierarchy3"/>
    <dgm:cxn modelId="{4F4F82A2-02F1-492B-96C1-46C070BEFCE3}" srcId="{A66480AC-C0DE-4E5E-9ECD-9AE37E3FCB79}" destId="{D2FE027B-4161-41E1-B4D4-02AECB2E3FA0}" srcOrd="3" destOrd="0" parTransId="{88680CFE-3CE0-4842-B3D3-716D3B671238}" sibTransId="{4D59E06B-629C-40B5-96D3-423B7A56C945}"/>
    <dgm:cxn modelId="{1825F9B7-C44D-4DB0-842A-AED757F4449F}" type="presOf" srcId="{3CC73758-10C1-47F8-AFA7-1A986D4DDD60}" destId="{66C01C03-EAEC-4537-B004-F480ABEC743F}" srcOrd="1" destOrd="0" presId="urn:microsoft.com/office/officeart/2005/8/layout/hierarchy3"/>
    <dgm:cxn modelId="{B99CA6C9-28D1-4DDB-B8EC-AED73AD115CA}" srcId="{A8C03FBB-4A75-4460-AEA6-DEAEB9C61496}" destId="{5E71F362-34DF-4EEC-92A3-0EFE450E05E4}" srcOrd="0" destOrd="0" parTransId="{8E5EE4D1-908E-455C-B8B3-281AD42DEC9A}" sibTransId="{B208B24A-E9FD-40A9-B764-FB7C2B7ED8B9}"/>
    <dgm:cxn modelId="{57AC5FCC-6FFE-41E7-8A2B-F3DD4AD76900}" type="presOf" srcId="{A38E847E-0D1D-4F40-9A71-4D5999ADE08B}" destId="{31F3111D-A95C-4A21-A541-C019A9B90DB4}" srcOrd="0" destOrd="0" presId="urn:microsoft.com/office/officeart/2005/8/layout/hierarchy3"/>
    <dgm:cxn modelId="{537F2ED0-8BD0-4AD5-B60D-89B660EDA1AC}" srcId="{A66480AC-C0DE-4E5E-9ECD-9AE37E3FCB79}" destId="{91969DED-4CB8-4A14-A50B-3F7B848E46B5}" srcOrd="1" destOrd="0" parTransId="{441CD73D-85E1-42A6-BCF8-362A3247E2F3}" sibTransId="{81CA8AA2-C0C3-4381-BA8B-413EDD578B83}"/>
    <dgm:cxn modelId="{B67BE6DE-579A-4758-AB1E-862E607080D3}" type="presOf" srcId="{A66480AC-C0DE-4E5E-9ECD-9AE37E3FCB79}" destId="{DB498741-8ABA-44C0-8B75-224E0732E773}" srcOrd="0" destOrd="0" presId="urn:microsoft.com/office/officeart/2005/8/layout/hierarchy3"/>
    <dgm:cxn modelId="{363289EF-AD2D-49F1-80D5-D3DED5C4335A}" type="presOf" srcId="{2BE415B7-7185-4956-8487-237B40BC0EE5}" destId="{5AC548F6-4633-40AA-AC0B-F3A946DF7357}" srcOrd="0" destOrd="0" presId="urn:microsoft.com/office/officeart/2005/8/layout/hierarchy3"/>
    <dgm:cxn modelId="{955704F5-FF96-4770-8868-B6DA9E97BE39}" type="presOf" srcId="{3CC73758-10C1-47F8-AFA7-1A986D4DDD60}" destId="{A45A8FE1-97F9-4D32-ACBB-56FC455F3F54}" srcOrd="0" destOrd="0" presId="urn:microsoft.com/office/officeart/2005/8/layout/hierarchy3"/>
    <dgm:cxn modelId="{E636BFFB-0404-4D4B-B3F0-C64FDFD9DDEF}" srcId="{91969DED-4CB8-4A14-A50B-3F7B848E46B5}" destId="{8A04F340-E8E1-4146-9905-E7ADCAEAABD7}" srcOrd="0" destOrd="0" parTransId="{4EBD5EC2-45ED-4ED6-8376-97D155A911AE}" sibTransId="{F9CD2A04-6A34-4104-A971-391788B88F55}"/>
    <dgm:cxn modelId="{1DD695FF-CEB8-4FC7-82B7-A84D816A4BFD}" type="presOf" srcId="{5E71F362-34DF-4EEC-92A3-0EFE450E05E4}" destId="{B4EE23A0-576C-45B7-ADCC-3908CAF42349}" srcOrd="0" destOrd="0" presId="urn:microsoft.com/office/officeart/2005/8/layout/hierarchy3"/>
    <dgm:cxn modelId="{FDC80FD8-6C68-46B0-93A8-67CECABCEA4C}" type="presParOf" srcId="{DB498741-8ABA-44C0-8B75-224E0732E773}" destId="{B72A4F70-BD3C-46F7-98C2-4D38C9544852}" srcOrd="0" destOrd="0" presId="urn:microsoft.com/office/officeart/2005/8/layout/hierarchy3"/>
    <dgm:cxn modelId="{B147BB67-8F1B-4844-9E7D-6457A6AB3466}" type="presParOf" srcId="{B72A4F70-BD3C-46F7-98C2-4D38C9544852}" destId="{C5B1B32D-5A4A-472D-A5C3-BD7554B7FE03}" srcOrd="0" destOrd="0" presId="urn:microsoft.com/office/officeart/2005/8/layout/hierarchy3"/>
    <dgm:cxn modelId="{18777BC2-8270-45CA-BFC3-BF2B742F8614}" type="presParOf" srcId="{C5B1B32D-5A4A-472D-A5C3-BD7554B7FE03}" destId="{EFE8DDA2-F173-425C-9A5C-A8B83BD59F63}" srcOrd="0" destOrd="0" presId="urn:microsoft.com/office/officeart/2005/8/layout/hierarchy3"/>
    <dgm:cxn modelId="{D35E8407-3EC0-4329-8338-6B4378BCC912}" type="presParOf" srcId="{C5B1B32D-5A4A-472D-A5C3-BD7554B7FE03}" destId="{2EA5E456-59ED-4357-9F64-4AE2D1FF861A}" srcOrd="1" destOrd="0" presId="urn:microsoft.com/office/officeart/2005/8/layout/hierarchy3"/>
    <dgm:cxn modelId="{CC381BEC-174A-421F-9957-78B8A003A9AA}" type="presParOf" srcId="{B72A4F70-BD3C-46F7-98C2-4D38C9544852}" destId="{0120ECD7-3160-4DF3-9E38-C55A086313EC}" srcOrd="1" destOrd="0" presId="urn:microsoft.com/office/officeart/2005/8/layout/hierarchy3"/>
    <dgm:cxn modelId="{85CBC958-A783-412B-A039-860B9EFF6BA6}" type="presParOf" srcId="{0120ECD7-3160-4DF3-9E38-C55A086313EC}" destId="{770CD0ED-B74A-4FF3-8567-3C1CD9E355E5}" srcOrd="0" destOrd="0" presId="urn:microsoft.com/office/officeart/2005/8/layout/hierarchy3"/>
    <dgm:cxn modelId="{7191520A-537F-43BB-A373-C855C4C33410}" type="presParOf" srcId="{0120ECD7-3160-4DF3-9E38-C55A086313EC}" destId="{B4EE23A0-576C-45B7-ADCC-3908CAF42349}" srcOrd="1" destOrd="0" presId="urn:microsoft.com/office/officeart/2005/8/layout/hierarchy3"/>
    <dgm:cxn modelId="{763B7860-B276-4FA3-886B-43A8A49EAC01}" type="presParOf" srcId="{DB498741-8ABA-44C0-8B75-224E0732E773}" destId="{BC4A4326-D09C-4D4A-BB10-FB0CCF4F5B4E}" srcOrd="1" destOrd="0" presId="urn:microsoft.com/office/officeart/2005/8/layout/hierarchy3"/>
    <dgm:cxn modelId="{270A9D25-D85C-4154-8B7C-DEDDE8AFCA6D}" type="presParOf" srcId="{BC4A4326-D09C-4D4A-BB10-FB0CCF4F5B4E}" destId="{43BD8E24-9870-44B0-9A0C-7BE2C2F80528}" srcOrd="0" destOrd="0" presId="urn:microsoft.com/office/officeart/2005/8/layout/hierarchy3"/>
    <dgm:cxn modelId="{8F408AD8-8E66-4BDA-A0A7-4696653B2D52}" type="presParOf" srcId="{43BD8E24-9870-44B0-9A0C-7BE2C2F80528}" destId="{B2B85D70-3379-4A3A-BFC7-55B1CFF6135E}" srcOrd="0" destOrd="0" presId="urn:microsoft.com/office/officeart/2005/8/layout/hierarchy3"/>
    <dgm:cxn modelId="{B2A5F75F-68F3-422E-ACD4-57583FE0AF21}" type="presParOf" srcId="{43BD8E24-9870-44B0-9A0C-7BE2C2F80528}" destId="{60235DB2-CB4A-47E8-9B12-88DA9F02032A}" srcOrd="1" destOrd="0" presId="urn:microsoft.com/office/officeart/2005/8/layout/hierarchy3"/>
    <dgm:cxn modelId="{1593FD9B-4172-4541-81BC-EB6DB583E91F}" type="presParOf" srcId="{BC4A4326-D09C-4D4A-BB10-FB0CCF4F5B4E}" destId="{5B16DF0D-3C17-4A67-B31F-E76553BBDB3C}" srcOrd="1" destOrd="0" presId="urn:microsoft.com/office/officeart/2005/8/layout/hierarchy3"/>
    <dgm:cxn modelId="{F0B3A5C8-6D90-472C-B23B-424CC115FDFB}" type="presParOf" srcId="{5B16DF0D-3C17-4A67-B31F-E76553BBDB3C}" destId="{15863C0C-CD41-4F42-A67A-503A62AED956}" srcOrd="0" destOrd="0" presId="urn:microsoft.com/office/officeart/2005/8/layout/hierarchy3"/>
    <dgm:cxn modelId="{76820F39-99E9-4AE8-BC8A-453AE9F8C14E}" type="presParOf" srcId="{5B16DF0D-3C17-4A67-B31F-E76553BBDB3C}" destId="{91F90D3F-5B3C-4417-828E-DB7BBCCCA93D}" srcOrd="1" destOrd="0" presId="urn:microsoft.com/office/officeart/2005/8/layout/hierarchy3"/>
    <dgm:cxn modelId="{2C187FA5-3FA9-4DA8-8D73-5C49A698A1BE}" type="presParOf" srcId="{DB498741-8ABA-44C0-8B75-224E0732E773}" destId="{1674B00B-2531-425F-B623-6C040CF7840F}" srcOrd="2" destOrd="0" presId="urn:microsoft.com/office/officeart/2005/8/layout/hierarchy3"/>
    <dgm:cxn modelId="{40DAE319-9418-4FB2-A288-0042B9C19A55}" type="presParOf" srcId="{1674B00B-2531-425F-B623-6C040CF7840F}" destId="{9C03C986-64FE-4A23-A69C-9CAD2EF54FBD}" srcOrd="0" destOrd="0" presId="urn:microsoft.com/office/officeart/2005/8/layout/hierarchy3"/>
    <dgm:cxn modelId="{D2B033DD-5241-49AD-A04D-D0008230F17F}" type="presParOf" srcId="{9C03C986-64FE-4A23-A69C-9CAD2EF54FBD}" destId="{A45A8FE1-97F9-4D32-ACBB-56FC455F3F54}" srcOrd="0" destOrd="0" presId="urn:microsoft.com/office/officeart/2005/8/layout/hierarchy3"/>
    <dgm:cxn modelId="{77A749FE-DB37-4A22-9CB5-A436566646E7}" type="presParOf" srcId="{9C03C986-64FE-4A23-A69C-9CAD2EF54FBD}" destId="{66C01C03-EAEC-4537-B004-F480ABEC743F}" srcOrd="1" destOrd="0" presId="urn:microsoft.com/office/officeart/2005/8/layout/hierarchy3"/>
    <dgm:cxn modelId="{158373F1-A0D0-4E86-9795-BEB6A4621C0B}" type="presParOf" srcId="{1674B00B-2531-425F-B623-6C040CF7840F}" destId="{E298DDAC-D791-4C40-923F-C73250CD98FA}" srcOrd="1" destOrd="0" presId="urn:microsoft.com/office/officeart/2005/8/layout/hierarchy3"/>
    <dgm:cxn modelId="{A62ADA7B-DE1B-4E52-9E73-877400674A7B}" type="presParOf" srcId="{E298DDAC-D791-4C40-923F-C73250CD98FA}" destId="{2AF69084-4F24-4FF0-BE70-B867BB2181BA}" srcOrd="0" destOrd="0" presId="urn:microsoft.com/office/officeart/2005/8/layout/hierarchy3"/>
    <dgm:cxn modelId="{B315E6A6-3A5A-45C8-A94A-BC1CF7F03060}" type="presParOf" srcId="{E298DDAC-D791-4C40-923F-C73250CD98FA}" destId="{480DA85B-472C-4207-A635-390AB779F8AA}" srcOrd="1" destOrd="0" presId="urn:microsoft.com/office/officeart/2005/8/layout/hierarchy3"/>
    <dgm:cxn modelId="{AFAE8711-4E7C-47B7-B2C7-8FFD20269431}" type="presParOf" srcId="{DB498741-8ABA-44C0-8B75-224E0732E773}" destId="{7BBF45BE-5D52-4946-AC1C-9B67D3D39DB1}" srcOrd="3" destOrd="0" presId="urn:microsoft.com/office/officeart/2005/8/layout/hierarchy3"/>
    <dgm:cxn modelId="{145F7F2F-9E57-46E1-821E-33167BBCF53D}" type="presParOf" srcId="{7BBF45BE-5D52-4946-AC1C-9B67D3D39DB1}" destId="{1747C935-EDA8-4F9D-A002-D8D41523E255}" srcOrd="0" destOrd="0" presId="urn:microsoft.com/office/officeart/2005/8/layout/hierarchy3"/>
    <dgm:cxn modelId="{FD9F6F6E-4BBD-4820-9680-3C4953B19AF9}" type="presParOf" srcId="{1747C935-EDA8-4F9D-A002-D8D41523E255}" destId="{E272C3A2-C6CE-456E-8739-8CE42DB97611}" srcOrd="0" destOrd="0" presId="urn:microsoft.com/office/officeart/2005/8/layout/hierarchy3"/>
    <dgm:cxn modelId="{8180FB67-DF82-4D23-91A3-65C827CB049C}" type="presParOf" srcId="{1747C935-EDA8-4F9D-A002-D8D41523E255}" destId="{0214D70E-F5CC-430E-BBE1-15FF8210C217}" srcOrd="1" destOrd="0" presId="urn:microsoft.com/office/officeart/2005/8/layout/hierarchy3"/>
    <dgm:cxn modelId="{54531977-DED4-42DB-A7FD-D76063B2A411}" type="presParOf" srcId="{7BBF45BE-5D52-4946-AC1C-9B67D3D39DB1}" destId="{470BE337-F34A-43D4-8594-2430E2101880}" srcOrd="1" destOrd="0" presId="urn:microsoft.com/office/officeart/2005/8/layout/hierarchy3"/>
    <dgm:cxn modelId="{CE5FDEFA-C8AD-4171-97E5-BAC6C547D09B}" type="presParOf" srcId="{470BE337-F34A-43D4-8594-2430E2101880}" destId="{31F3111D-A95C-4A21-A541-C019A9B90DB4}" srcOrd="0" destOrd="0" presId="urn:microsoft.com/office/officeart/2005/8/layout/hierarchy3"/>
    <dgm:cxn modelId="{3BECF9D8-C5F5-4439-8868-80EC7C2787EE}" type="presParOf" srcId="{470BE337-F34A-43D4-8594-2430E2101880}" destId="{5AC548F6-4633-40AA-AC0B-F3A946DF7357}" srcOrd="1" destOrd="0" presId="urn:microsoft.com/office/officeart/2005/8/layout/hierarchy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D474872-F0AF-4035-A9E3-43831297AAA1}">
      <dsp:nvSpPr>
        <dsp:cNvPr id="0" name=""/>
        <dsp:cNvSpPr/>
      </dsp:nvSpPr>
      <dsp:spPr>
        <a:xfrm>
          <a:off x="0" y="2897158"/>
          <a:ext cx="1612900" cy="633827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6000"/>
                <a:lumMod val="100000"/>
              </a:schemeClr>
            </a:gs>
            <a:gs pos="78000">
              <a:schemeClr val="accent3">
                <a:hueOff val="0"/>
                <a:satOff val="0"/>
                <a:lumOff val="0"/>
                <a:alphaOff val="0"/>
                <a:shade val="94000"/>
                <a:lumMod val="94000"/>
              </a:schemeClr>
            </a:gs>
          </a:gsLst>
          <a:lin ang="5400000" scaled="0"/>
        </a:gradFill>
        <a:ln w="12700" cap="rnd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381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l"/>
        </a:scene3d>
        <a:sp3d prstMaterial="plastic">
          <a:bevelT w="0" h="0"/>
        </a:sp3d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14709" tIns="135128" rIns="114709" bIns="135128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900" kern="1200" dirty="0">
              <a:latin typeface="+mn-lt"/>
            </a:rPr>
            <a:t>Week 06</a:t>
          </a:r>
        </a:p>
      </dsp:txBody>
      <dsp:txXfrm>
        <a:off x="0" y="2897158"/>
        <a:ext cx="1612900" cy="633827"/>
      </dsp:txXfrm>
    </dsp:sp>
    <dsp:sp modelId="{8AEFFAF8-1EE6-4F06-AF7A-19CDC88507B1}">
      <dsp:nvSpPr>
        <dsp:cNvPr id="0" name=""/>
        <dsp:cNvSpPr/>
      </dsp:nvSpPr>
      <dsp:spPr>
        <a:xfrm>
          <a:off x="1612899" y="2897158"/>
          <a:ext cx="4838700" cy="633827"/>
        </a:xfrm>
        <a:prstGeom prst="rect">
          <a:avLst/>
        </a:prstGeom>
        <a:solidFill>
          <a:schemeClr val="accent3">
            <a:alpha val="90000"/>
            <a:tint val="4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3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98152" tIns="203200" rIns="98152" bIns="20320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>
              <a:latin typeface="+mn-lt"/>
            </a:rPr>
            <a:t>Den thimamai?</a:t>
          </a:r>
          <a:endParaRPr lang="en-US" sz="1600" kern="1200" dirty="0">
            <a:latin typeface="+mn-lt"/>
          </a:endParaRPr>
        </a:p>
      </dsp:txBody>
      <dsp:txXfrm>
        <a:off x="1612899" y="2897158"/>
        <a:ext cx="4838700" cy="633827"/>
      </dsp:txXfrm>
    </dsp:sp>
    <dsp:sp modelId="{30A1F8AA-8662-4DAB-953B-B19BA07E7613}">
      <dsp:nvSpPr>
        <dsp:cNvPr id="0" name=""/>
        <dsp:cNvSpPr/>
      </dsp:nvSpPr>
      <dsp:spPr>
        <a:xfrm rot="10800000">
          <a:off x="0" y="1931839"/>
          <a:ext cx="1612900" cy="974826"/>
        </a:xfrm>
        <a:prstGeom prst="upArrowCallout">
          <a:avLst>
            <a:gd name="adj1" fmla="val 5000"/>
            <a:gd name="adj2" fmla="val 10000"/>
            <a:gd name="adj3" fmla="val 15000"/>
            <a:gd name="adj4" fmla="val 64977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6000"/>
                <a:lumMod val="100000"/>
              </a:schemeClr>
            </a:gs>
            <a:gs pos="78000">
              <a:schemeClr val="accent3">
                <a:hueOff val="0"/>
                <a:satOff val="0"/>
                <a:lumOff val="0"/>
                <a:alphaOff val="0"/>
                <a:shade val="94000"/>
                <a:lumMod val="94000"/>
              </a:schemeClr>
            </a:gs>
          </a:gsLst>
          <a:lin ang="5400000" scaled="0"/>
        </a:gradFill>
        <a:ln w="12700" cap="rnd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381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l"/>
        </a:scene3d>
        <a:sp3d prstMaterial="plastic">
          <a:bevelT w="0" h="0"/>
        </a:sp3d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14709" tIns="135128" rIns="114709" bIns="135128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900" kern="1200" dirty="0">
              <a:latin typeface="+mn-lt"/>
            </a:rPr>
            <a:t>Week 05 </a:t>
          </a:r>
        </a:p>
      </dsp:txBody>
      <dsp:txXfrm rot="-10800000">
        <a:off x="0" y="1931839"/>
        <a:ext cx="1612900" cy="633637"/>
      </dsp:txXfrm>
    </dsp:sp>
    <dsp:sp modelId="{CA0E1395-E943-4C79-B59A-DF82C49B0E4A}">
      <dsp:nvSpPr>
        <dsp:cNvPr id="0" name=""/>
        <dsp:cNvSpPr/>
      </dsp:nvSpPr>
      <dsp:spPr>
        <a:xfrm>
          <a:off x="1612899" y="1931839"/>
          <a:ext cx="4838700" cy="633637"/>
        </a:xfrm>
        <a:prstGeom prst="rect">
          <a:avLst/>
        </a:prstGeom>
        <a:solidFill>
          <a:schemeClr val="accent3">
            <a:alpha val="90000"/>
            <a:tint val="4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3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98152" tIns="203200" rIns="98152" bIns="20320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latin typeface="+mn-lt"/>
            </a:rPr>
            <a:t>Context</a:t>
          </a:r>
        </a:p>
      </dsp:txBody>
      <dsp:txXfrm>
        <a:off x="1612899" y="1931839"/>
        <a:ext cx="4838700" cy="633637"/>
      </dsp:txXfrm>
    </dsp:sp>
    <dsp:sp modelId="{924FA33F-3A8A-4D15-BF99-6DB303C71D0D}">
      <dsp:nvSpPr>
        <dsp:cNvPr id="0" name=""/>
        <dsp:cNvSpPr/>
      </dsp:nvSpPr>
      <dsp:spPr>
        <a:xfrm rot="10800000">
          <a:off x="0" y="966520"/>
          <a:ext cx="1612900" cy="974826"/>
        </a:xfrm>
        <a:prstGeom prst="upArrowCallout">
          <a:avLst>
            <a:gd name="adj1" fmla="val 5000"/>
            <a:gd name="adj2" fmla="val 10000"/>
            <a:gd name="adj3" fmla="val 15000"/>
            <a:gd name="adj4" fmla="val 64977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6000"/>
                <a:lumMod val="100000"/>
              </a:schemeClr>
            </a:gs>
            <a:gs pos="78000">
              <a:schemeClr val="accent3">
                <a:hueOff val="0"/>
                <a:satOff val="0"/>
                <a:lumOff val="0"/>
                <a:alphaOff val="0"/>
                <a:shade val="94000"/>
                <a:lumMod val="94000"/>
              </a:schemeClr>
            </a:gs>
          </a:gsLst>
          <a:lin ang="5400000" scaled="0"/>
        </a:gradFill>
        <a:ln w="12700" cap="rnd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381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l"/>
        </a:scene3d>
        <a:sp3d prstMaterial="plastic">
          <a:bevelT w="0" h="0"/>
        </a:sp3d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14709" tIns="135128" rIns="114709" bIns="135128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900" kern="1200" dirty="0">
              <a:latin typeface="+mn-lt"/>
            </a:rPr>
            <a:t>Week 04</a:t>
          </a:r>
        </a:p>
      </dsp:txBody>
      <dsp:txXfrm rot="-10800000">
        <a:off x="0" y="966520"/>
        <a:ext cx="1612900" cy="633637"/>
      </dsp:txXfrm>
    </dsp:sp>
    <dsp:sp modelId="{4C1798A2-9A40-4D3B-968A-AF764C8A06FF}">
      <dsp:nvSpPr>
        <dsp:cNvPr id="0" name=""/>
        <dsp:cNvSpPr/>
      </dsp:nvSpPr>
      <dsp:spPr>
        <a:xfrm>
          <a:off x="1612899" y="966520"/>
          <a:ext cx="4838700" cy="633637"/>
        </a:xfrm>
        <a:prstGeom prst="rect">
          <a:avLst/>
        </a:prstGeom>
        <a:solidFill>
          <a:schemeClr val="accent3">
            <a:alpha val="90000"/>
            <a:tint val="4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3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98152" tIns="203200" rIns="98152" bIns="20320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latin typeface="+mn-lt"/>
            </a:rPr>
            <a:t>Docker</a:t>
          </a:r>
        </a:p>
      </dsp:txBody>
      <dsp:txXfrm>
        <a:off x="1612899" y="966520"/>
        <a:ext cx="4838700" cy="633637"/>
      </dsp:txXfrm>
    </dsp:sp>
    <dsp:sp modelId="{E3771873-D5EC-4BAE-B9C3-3AA3F0CD58A2}">
      <dsp:nvSpPr>
        <dsp:cNvPr id="0" name=""/>
        <dsp:cNvSpPr/>
      </dsp:nvSpPr>
      <dsp:spPr>
        <a:xfrm rot="10800000">
          <a:off x="0" y="10344"/>
          <a:ext cx="1612900" cy="974826"/>
        </a:xfrm>
        <a:prstGeom prst="upArrowCallout">
          <a:avLst>
            <a:gd name="adj1" fmla="val 5000"/>
            <a:gd name="adj2" fmla="val 10000"/>
            <a:gd name="adj3" fmla="val 15000"/>
            <a:gd name="adj4" fmla="val 64977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6000"/>
                <a:lumMod val="100000"/>
              </a:schemeClr>
            </a:gs>
            <a:gs pos="78000">
              <a:schemeClr val="accent3">
                <a:hueOff val="0"/>
                <a:satOff val="0"/>
                <a:lumOff val="0"/>
                <a:alphaOff val="0"/>
                <a:shade val="94000"/>
                <a:lumMod val="94000"/>
              </a:schemeClr>
            </a:gs>
          </a:gsLst>
          <a:lin ang="5400000" scaled="0"/>
        </a:gradFill>
        <a:ln w="12700" cap="rnd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381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l"/>
        </a:scene3d>
        <a:sp3d prstMaterial="plastic">
          <a:bevelT w="0" h="0"/>
        </a:sp3d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14709" tIns="135128" rIns="114709" bIns="135128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900" kern="1200" dirty="0">
              <a:latin typeface="+mn-lt"/>
            </a:rPr>
            <a:t>Week 01-03</a:t>
          </a:r>
        </a:p>
      </dsp:txBody>
      <dsp:txXfrm rot="-10800000">
        <a:off x="0" y="10344"/>
        <a:ext cx="1612900" cy="633637"/>
      </dsp:txXfrm>
    </dsp:sp>
    <dsp:sp modelId="{262EA726-48DD-4411-9915-2DD7E096AAD1}">
      <dsp:nvSpPr>
        <dsp:cNvPr id="0" name=""/>
        <dsp:cNvSpPr/>
      </dsp:nvSpPr>
      <dsp:spPr>
        <a:xfrm>
          <a:off x="1612899" y="1200"/>
          <a:ext cx="4838700" cy="633637"/>
        </a:xfrm>
        <a:prstGeom prst="rect">
          <a:avLst/>
        </a:prstGeom>
        <a:solidFill>
          <a:schemeClr val="accent3">
            <a:alpha val="90000"/>
            <a:tint val="4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3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98152" tIns="203200" rIns="98152" bIns="20320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 err="1">
              <a:latin typeface="+mn-lt"/>
            </a:rPr>
            <a:t>GithubSetup</a:t>
          </a:r>
          <a:endParaRPr lang="en-US" sz="1600" kern="1200" dirty="0">
            <a:latin typeface="+mn-lt"/>
          </a:endParaRPr>
        </a:p>
      </dsp:txBody>
      <dsp:txXfrm>
        <a:off x="1612899" y="1200"/>
        <a:ext cx="4838700" cy="63363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FE8DDA2-F173-425C-9A5C-A8B83BD59F63}">
      <dsp:nvSpPr>
        <dsp:cNvPr id="0" name=""/>
        <dsp:cNvSpPr/>
      </dsp:nvSpPr>
      <dsp:spPr>
        <a:xfrm>
          <a:off x="1181" y="1002368"/>
          <a:ext cx="1357734" cy="678867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43815" tIns="29210" rIns="43815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300" kern="1200">
              <a:latin typeface="+mn-lt"/>
            </a:rPr>
            <a:t>Week 07</a:t>
          </a:r>
        </a:p>
      </dsp:txBody>
      <dsp:txXfrm>
        <a:off x="21064" y="1022251"/>
        <a:ext cx="1317968" cy="639101"/>
      </dsp:txXfrm>
    </dsp:sp>
    <dsp:sp modelId="{770CD0ED-B74A-4FF3-8567-3C1CD9E355E5}">
      <dsp:nvSpPr>
        <dsp:cNvPr id="0" name=""/>
        <dsp:cNvSpPr/>
      </dsp:nvSpPr>
      <dsp:spPr>
        <a:xfrm>
          <a:off x="136954" y="1681235"/>
          <a:ext cx="135773" cy="50915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509150"/>
              </a:lnTo>
              <a:lnTo>
                <a:pt x="135773" y="509150"/>
              </a:lnTo>
            </a:path>
          </a:pathLst>
        </a:custGeom>
        <a:noFill/>
        <a:ln w="19050" cap="rnd" cmpd="sng" algn="ctr">
          <a:solidFill>
            <a:schemeClr val="accent3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4EE23A0-576C-45B7-ADCC-3908CAF42349}">
      <dsp:nvSpPr>
        <dsp:cNvPr id="0" name=""/>
        <dsp:cNvSpPr/>
      </dsp:nvSpPr>
      <dsp:spPr>
        <a:xfrm>
          <a:off x="272728" y="1850951"/>
          <a:ext cx="1086187" cy="67886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8575" tIns="19050" rIns="28575" bIns="190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>
              <a:latin typeface="+mn-lt"/>
            </a:rPr>
            <a:t>Home Assistant</a:t>
          </a:r>
        </a:p>
      </dsp:txBody>
      <dsp:txXfrm>
        <a:off x="292611" y="1870834"/>
        <a:ext cx="1046421" cy="639101"/>
      </dsp:txXfrm>
    </dsp:sp>
    <dsp:sp modelId="{B2B85D70-3379-4A3A-BFC7-55B1CFF6135E}">
      <dsp:nvSpPr>
        <dsp:cNvPr id="0" name=""/>
        <dsp:cNvSpPr/>
      </dsp:nvSpPr>
      <dsp:spPr>
        <a:xfrm>
          <a:off x="1698349" y="1002368"/>
          <a:ext cx="1357734" cy="678867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43815" tIns="29210" rIns="43815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300" kern="1200">
              <a:latin typeface="+mn-lt"/>
            </a:rPr>
            <a:t>Week 08</a:t>
          </a:r>
        </a:p>
      </dsp:txBody>
      <dsp:txXfrm>
        <a:off x="1718232" y="1022251"/>
        <a:ext cx="1317968" cy="639101"/>
      </dsp:txXfrm>
    </dsp:sp>
    <dsp:sp modelId="{15863C0C-CD41-4F42-A67A-503A62AED956}">
      <dsp:nvSpPr>
        <dsp:cNvPr id="0" name=""/>
        <dsp:cNvSpPr/>
      </dsp:nvSpPr>
      <dsp:spPr>
        <a:xfrm>
          <a:off x="1834122" y="1681235"/>
          <a:ext cx="135773" cy="50915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509150"/>
              </a:lnTo>
              <a:lnTo>
                <a:pt x="135773" y="509150"/>
              </a:lnTo>
            </a:path>
          </a:pathLst>
        </a:custGeom>
        <a:noFill/>
        <a:ln w="19050" cap="rnd" cmpd="sng" algn="ctr">
          <a:solidFill>
            <a:schemeClr val="accent3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1F90D3F-5B3C-4417-828E-DB7BBCCCA93D}">
      <dsp:nvSpPr>
        <dsp:cNvPr id="0" name=""/>
        <dsp:cNvSpPr/>
      </dsp:nvSpPr>
      <dsp:spPr>
        <a:xfrm>
          <a:off x="1969895" y="1850951"/>
          <a:ext cx="1086187" cy="67886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8575" tIns="19050" rIns="28575" bIns="190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>
              <a:latin typeface="+mn-lt"/>
            </a:rPr>
            <a:t>Swagger &amp; AsyncAPI</a:t>
          </a:r>
        </a:p>
      </dsp:txBody>
      <dsp:txXfrm>
        <a:off x="1989778" y="1870834"/>
        <a:ext cx="1046421" cy="639101"/>
      </dsp:txXfrm>
    </dsp:sp>
    <dsp:sp modelId="{A45A8FE1-97F9-4D32-ACBB-56FC455F3F54}">
      <dsp:nvSpPr>
        <dsp:cNvPr id="0" name=""/>
        <dsp:cNvSpPr/>
      </dsp:nvSpPr>
      <dsp:spPr>
        <a:xfrm>
          <a:off x="3395516" y="1002368"/>
          <a:ext cx="1357734" cy="678867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43815" tIns="29210" rIns="43815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300" kern="1200">
              <a:latin typeface="+mn-lt"/>
            </a:rPr>
            <a:t>Week 09 </a:t>
          </a:r>
        </a:p>
      </dsp:txBody>
      <dsp:txXfrm>
        <a:off x="3415399" y="1022251"/>
        <a:ext cx="1317968" cy="639101"/>
      </dsp:txXfrm>
    </dsp:sp>
    <dsp:sp modelId="{2AF69084-4F24-4FF0-BE70-B867BB2181BA}">
      <dsp:nvSpPr>
        <dsp:cNvPr id="0" name=""/>
        <dsp:cNvSpPr/>
      </dsp:nvSpPr>
      <dsp:spPr>
        <a:xfrm>
          <a:off x="3531290" y="1681235"/>
          <a:ext cx="135773" cy="50915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509150"/>
              </a:lnTo>
              <a:lnTo>
                <a:pt x="135773" y="509150"/>
              </a:lnTo>
            </a:path>
          </a:pathLst>
        </a:custGeom>
        <a:noFill/>
        <a:ln w="19050" cap="rnd" cmpd="sng" algn="ctr">
          <a:solidFill>
            <a:schemeClr val="accent3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80DA85B-472C-4207-A635-390AB779F8AA}">
      <dsp:nvSpPr>
        <dsp:cNvPr id="0" name=""/>
        <dsp:cNvSpPr/>
      </dsp:nvSpPr>
      <dsp:spPr>
        <a:xfrm>
          <a:off x="3667063" y="1850951"/>
          <a:ext cx="1086187" cy="67886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8575" tIns="19050" rIns="28575" bIns="190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>
              <a:latin typeface="+mn-lt"/>
            </a:rPr>
            <a:t>Virtual Sensors &amp; Edge AI</a:t>
          </a:r>
        </a:p>
      </dsp:txBody>
      <dsp:txXfrm>
        <a:off x="3686946" y="1870834"/>
        <a:ext cx="1046421" cy="639101"/>
      </dsp:txXfrm>
    </dsp:sp>
    <dsp:sp modelId="{E272C3A2-C6CE-456E-8739-8CE42DB97611}">
      <dsp:nvSpPr>
        <dsp:cNvPr id="0" name=""/>
        <dsp:cNvSpPr/>
      </dsp:nvSpPr>
      <dsp:spPr>
        <a:xfrm>
          <a:off x="5092684" y="1002368"/>
          <a:ext cx="1357734" cy="678867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43815" tIns="29210" rIns="43815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300" kern="1200">
              <a:latin typeface="+mn-lt"/>
            </a:rPr>
            <a:t>Week 10</a:t>
          </a:r>
        </a:p>
      </dsp:txBody>
      <dsp:txXfrm>
        <a:off x="5112567" y="1022251"/>
        <a:ext cx="1317968" cy="639101"/>
      </dsp:txXfrm>
    </dsp:sp>
    <dsp:sp modelId="{31F3111D-A95C-4A21-A541-C019A9B90DB4}">
      <dsp:nvSpPr>
        <dsp:cNvPr id="0" name=""/>
        <dsp:cNvSpPr/>
      </dsp:nvSpPr>
      <dsp:spPr>
        <a:xfrm>
          <a:off x="5228457" y="1681235"/>
          <a:ext cx="135773" cy="50915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509150"/>
              </a:lnTo>
              <a:lnTo>
                <a:pt x="135773" y="509150"/>
              </a:lnTo>
            </a:path>
          </a:pathLst>
        </a:custGeom>
        <a:noFill/>
        <a:ln w="19050" cap="rnd" cmpd="sng" algn="ctr">
          <a:solidFill>
            <a:schemeClr val="accent3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AC548F6-4633-40AA-AC0B-F3A946DF7357}">
      <dsp:nvSpPr>
        <dsp:cNvPr id="0" name=""/>
        <dsp:cNvSpPr/>
      </dsp:nvSpPr>
      <dsp:spPr>
        <a:xfrm>
          <a:off x="5364231" y="1850951"/>
          <a:ext cx="1086187" cy="67886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8575" tIns="19050" rIns="28575" bIns="190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>
              <a:latin typeface="+mn-lt"/>
            </a:rPr>
            <a:t>Node Red</a:t>
          </a:r>
        </a:p>
      </dsp:txBody>
      <dsp:txXfrm>
        <a:off x="5384114" y="1870834"/>
        <a:ext cx="1046421" cy="63910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6/7/layout/VerticalDownArrowProcess">
  <dgm:title val="Vertical Down Arrow Process"/>
  <dgm:desc val="Use to show a progression; a timeline; sequential steps in a task, process, or workflow; or to emphasize movement or direction. Level 1 text appears inside an arrow shape while Level 2 text appears below the arrow shapes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36"/>
      <dgm:constr type="primFontSz" for="des" forName="parentTextArrow" refType="primFontSz" refFor="des" refForName="parentTextBox" op="equ"/>
      <dgm:constr type="primFontSz" for="des" forName="descendantArrow" val="24"/>
      <dgm:constr type="primFontSz" for="des" forName="descendantArrow" refType="primFontSz" refFor="des" refForName="parentTextArrow" op="lte"/>
      <dgm:constr type="primFontSz" for="des" forName="descendantBox" refType="primFontSz" refFor="des" refForName="parentTextArrow" op="lte"/>
      <dgm:constr type="primFontSz" for="des" forName="descendantBox" refType="primFontSz" refFor="des" refForName="parentTextBox" op="lte"/>
      <dgm:constr type="primFontSz" for="des" forName="descendantArrow" refType="primFontSz" refFor="des" refForName="parentTextBox" op="lte"/>
      <dgm:constr type="primFontSz" for="des" forName="descendantBox" refType="primFontSz" refFor="des" refForName="descendan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parentTextBox" refType="w" fact="0.25"/>
              <dgm:constr type="h" for="ch" forName="parentTextBox" refType="h"/>
              <dgm:constr type="t" for="ch" forName="parentTextBox"/>
              <dgm:constr type="w" for="ch" forName="descendantBox" refType="w" fact="0.75"/>
              <dgm:constr type="l" for="ch" forName="descendantBox" refType="w" fact="0.25"/>
              <dgm:constr type="b" for="ch" forName="descendantBox" refType="h"/>
              <dgm:constr type="h" for="ch" forName="descendantBox" refType="h"/>
            </dgm:constrLst>
            <dgm:ruleLst/>
            <dgm:layoutNode name="parentTextBox" styleLbl="alignNode1">
              <dgm:alg type="tx"/>
              <dgm:shape xmlns:r="http://schemas.openxmlformats.org/officeDocument/2006/relationships" type="rect" r:blip="">
                <dgm:adjLst/>
              </dgm:shape>
              <dgm:presOf axis="self"/>
              <dgm:constrLst>
                <dgm:constr type="primFontSz" refType="h" op="lte" fact="0.5"/>
                <dgm:constr type="lMarg" refType="w" fact="0.2016"/>
                <dgm:constr type="rMarg" refType="w" fact="0.2016"/>
              </dgm:constrLst>
              <dgm:ruleLst>
                <dgm:rule type="primFontSz" val="13" fact="NaN" max="NaN"/>
              </dgm:ruleLst>
            </dgm:layoutNode>
            <dgm:layoutNode name="descendantBox" styleLbl="bgAccFollowNode1">
              <dgm:alg type="tx">
                <dgm:param type="stBulletLvl" val="0"/>
                <dgm:param type="parTxLTRAlign" val="l"/>
              </dgm:alg>
              <dgm:shape xmlns:r="http://schemas.openxmlformats.org/officeDocument/2006/relationships" type="rect" r:blip="">
                <dgm:adjLst/>
              </dgm:shape>
              <dgm:presOf/>
              <dgm:constrLst>
                <dgm:constr type="tMarg" refType="primFontSz"/>
                <dgm:constr type="bMarg" refType="primFontSz"/>
                <dgm:constr type="lMarg" refType="w" fact="0.0575"/>
                <dgm:constr type="rMarg" refType="w" fact="0.0575"/>
              </dgm:constrLst>
              <dgm:presOf axis="des" ptType="node"/>
              <dgm:ruleLst>
                <dgm:rule type="primFontSz" val="11" fact="NaN" max="NaN"/>
              </dgm:ruleLst>
            </dgm:layoutNod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parentTextArrow" refType="w" fact="0.25"/>
              <dgm:constr type="t" for="ch" forName="parentTextArrow"/>
              <dgm:constr type="h" for="ch" forName="parentTextArrow" refType="h" fact="0.65"/>
              <dgm:constr type="w" for="ch" forName="arrow" refType="w" fact="0.25"/>
              <dgm:constr type="h" for="ch" forName="arrow" refType="h"/>
              <dgm:constr type="l" for="ch" forName="descendantArrow" refType="w" fact="0.25"/>
              <dgm:constr type="w" for="ch" forName="descendantArrow" refType="w" fact="0.75"/>
              <dgm:constr type="b" for="ch" forName="descendantArrow" refType="h" fact="0.65"/>
              <dgm:constr type="h" for="ch" forName="descendantArrow" refType="h" fact="0.65"/>
            </dgm:constrLst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>
                <dgm:constr type="primFontSz" refType="h" op="lte" fact="0.5"/>
                <dgm:constr type="lMarg" refType="w" fact="0.2016"/>
                <dgm:constr type="rMarg" refType="w" fact="0.2016"/>
              </dgm:constrLst>
              <dgm:ruleLst>
                <dgm:rule type="primFontSz" val="13" fact="NaN" max="NaN"/>
              </dgm:ruleLst>
            </dgm:layoutNode>
            <dgm:layoutNode name="arrow" styleLbl="alignNode1">
              <dgm:alg type="sp"/>
              <dgm:shape xmlns:r="http://schemas.openxmlformats.org/officeDocument/2006/relationships" rot="180" type="upArrowCallout" r:blip="">
                <dgm:adjLst>
                  <dgm:adj idx="1" val="0.05"/>
                  <dgm:adj idx="2" val="0.1"/>
                  <dgm:adj idx="3" val="0.15"/>
                </dgm:adjLst>
              </dgm:shape>
              <dgm:presOf axis="self"/>
              <dgm:constrLst/>
              <dgm:ruleLst/>
            </dgm:layoutNode>
            <dgm:layoutNode name="descendantArrow" styleLbl="bgAccFollowNode1">
              <dgm:alg type="tx">
                <dgm:param type="stBulletLvl" val="0"/>
                <dgm:param type="parTxLTRAlign" val="l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tMarg" refType="primFontSz"/>
                <dgm:constr type="bMarg" refType="primFontSz"/>
                <dgm:constr type="lMarg" refType="w" fact="0.0575"/>
                <dgm:constr type="rMarg" refType="w" fact="0.0575"/>
              </dgm:constrLst>
              <dgm:ruleLst>
                <dgm:rule type="primFontSz" val="11" fact="NaN" max="NaN"/>
              </dgm:ruleLst>
            </dgm:layoutNod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3">
  <dgm:title val=""/>
  <dgm:desc val=""/>
  <dgm:catLst>
    <dgm:cat type="hierarchy" pri="7000"/>
    <dgm:cat type="list" pri="23000"/>
    <dgm:cat type="relationship" pri="15000"/>
    <dgm:cat type="convert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1" destId="11" srcOrd="0" destOrd="0"/>
        <dgm:cxn modelId="6" srcId="1" destId="12" srcOrd="1" destOrd="0"/>
        <dgm:cxn modelId="7" srcId="0" destId="2" srcOrd="1" destOrd="0"/>
        <dgm:cxn modelId="8" srcId="2" destId="21" srcOrd="0" destOrd="0"/>
        <dgm:cxn modelId="9" srcId="2" destId="2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rootText" op="equ" val="65"/>
      <dgm:constr type="primFontSz" for="des" forName="childText" op="equ" val="65"/>
      <dgm:constr type="w" for="des" forName="rootComposite" refType="w"/>
      <dgm:constr type="h" for="des" forName="rootComposite" refType="w" fact="0.5"/>
      <dgm:constr type="w" for="des" forName="childText" refType="w" refFor="des" refForName="rootComposite" fact="0.8"/>
      <dgm:constr type="h" for="des" forName="childText" refType="h" refFor="des" refForName="rootComposite"/>
      <dgm:constr type="sibSp" refType="w" refFor="des" refForName="rootComposite" fact="0.25"/>
      <dgm:constr type="sibSp" for="des" forName="childShape" refType="h" refFor="des" refForName="childText" fact="0.25"/>
      <dgm:constr type="sp" for="des" forName="root" refType="h" refFor="des" refForName="childText" fact="0.25"/>
    </dgm:constrLst>
    <dgm:ruleLst/>
    <dgm:forEach name="Name3" axis="ch">
      <dgm:forEach name="Name4" axis="self" ptType="node" cnt="1">
        <dgm:layoutNode name="root">
          <dgm:choose name="Name5">
            <dgm:if name="Name6" func="var" arg="dir" op="equ" val="norm">
              <dgm:alg type="hierRoot">
                <dgm:param type="hierAlign" val="tL"/>
              </dgm:alg>
            </dgm:if>
            <dgm:else name="Name7">
              <dgm:alg type="hierRoot">
                <dgm:param type="hierAlign" val="tR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>
            <dgm:constr type="alignOff" val="0.2"/>
          </dgm:constrLst>
          <dgm:ruleLst/>
          <dgm:layoutNode name="rootComposite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8">
              <dgm:if name="Name9" func="var" arg="dir" op="equ" val="norm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l" for="ch" forName="rootConnector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if>
              <dgm:else name="Name10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r" for="ch" forName="rootConnector" refType="w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else>
            </dgm:choose>
            <dgm:ruleLst/>
            <dgm:layoutNode name="rootText" styleLbl="node1"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 ptType="node" cnt="1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rootConnector" moveWith="rootText">
              <dgm:alg type="sp"/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self" ptType="node" cnt="1"/>
              <dgm:constrLst/>
              <dgm:ruleLst/>
            </dgm:layoutNode>
          </dgm:layoutNode>
          <dgm:layoutNode name="childShape">
            <dgm:alg type="hierChild">
              <dgm:param type="chAlign" val="l"/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parTrans" cnt="1">
                <dgm:layoutNode name="Name13">
                  <dgm:choose name="Name14">
                    <dgm:if name="Name15" func="var" arg="dir" op="equ" val="norm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L"/>
                      </dgm:alg>
                    </dgm:if>
                    <dgm:else name="Name16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7" axis="self" ptType="node">
                <dgm:layoutNode name="childText" styleLbl="bgAcc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self desOrSelf" ptType="node node" st="1 1" cnt="1 0"/>
                  <dgm:constrLst>
                    <dgm:constr type="tMarg" refType="primFontSz" fact="0.1"/>
                    <dgm:constr type="bMarg" refType="primFontSz" fact="0.1"/>
                    <dgm:constr type="lMarg" refType="primFontSz" fact="0.15"/>
                    <dgm:constr type="rMarg" refType="primFontSz" fact="0.15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C962F03-D7DC-CB6C-79F9-6EDB31BEAE4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08D0420-EBB5-D564-54DE-341AD5F02B8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AD50C4-F1A5-A448-9E63-11D939CA9B7B}" type="datetimeFigureOut">
              <a:rPr lang="en-US" smtClean="0"/>
              <a:t>5/29/2026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5F5A34-0F73-44B8-F88C-ACF0104FF4A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9DC5854-4E8A-EB36-303D-1E97CBF232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8260AD6-267C-A84D-8EB9-DEB2595DCFB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813097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D818D7-DF4E-4C59-9BBA-548250DAC33A}" type="datetimeFigureOut">
              <a:rPr lang="en-US" smtClean="0"/>
              <a:t>5/29/2026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900A82-9926-4DBA-8BA5-A22EEB8ACF8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234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900A82-9926-4DBA-8BA5-A22EEB8ACF8E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22821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900A82-9926-4DBA-8BA5-A22EEB8ACF8E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66184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40BA3B-7A37-E36D-143F-495E59525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8B6210-891F-A822-C5E7-C6031C5F24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492223-B64C-A8AB-D061-7FB3A76BBC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AE89A6-4F0E-26D2-B320-611275E244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900A82-9926-4DBA-8BA5-A22EEB8ACF8E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5874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900A82-9926-4DBA-8BA5-A22EEB8ACF8E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638236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900A82-9926-4DBA-8BA5-A22EEB8ACF8E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91899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900A82-9926-4DBA-8BA5-A22EEB8ACF8E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79348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900A82-9926-4DBA-8BA5-A22EEB8ACF8E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78786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900A82-9926-4DBA-8BA5-A22EEB8ACF8E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71247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900A82-9926-4DBA-8BA5-A22EEB8ACF8E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802591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900A82-9926-4DBA-8BA5-A22EEB8ACF8E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65023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900A82-9926-4DBA-8BA5-A22EEB8ACF8E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675842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900A82-9926-4DBA-8BA5-A22EEB8ACF8E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866042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900A82-9926-4DBA-8BA5-A22EEB8ACF8E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98727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5E195471-80E6-2173-AB78-E4AE69292A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563663" y="856093"/>
            <a:ext cx="9064674" cy="5145815"/>
            <a:chOff x="1400539" y="700853"/>
            <a:chExt cx="9699638" cy="5506270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F183DD5A-FAA9-3AB5-A277-0BD8F58B7AC9}"/>
                </a:ext>
              </a:extLst>
            </p:cNvPr>
            <p:cNvSpPr/>
            <p:nvPr userDrawn="1"/>
          </p:nvSpPr>
          <p:spPr>
            <a:xfrm>
              <a:off x="1400539" y="700853"/>
              <a:ext cx="5506270" cy="5506270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922BF3AA-2377-DDB1-A0FA-B1CEAEC0FCE9}"/>
                </a:ext>
              </a:extLst>
            </p:cNvPr>
            <p:cNvSpPr/>
            <p:nvPr userDrawn="1"/>
          </p:nvSpPr>
          <p:spPr>
            <a:xfrm>
              <a:off x="5593907" y="700853"/>
              <a:ext cx="5506270" cy="5506270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D1324873-CBF5-A3C4-2FED-7A74AB030421}"/>
                </a:ext>
              </a:extLst>
            </p:cNvPr>
            <p:cNvSpPr/>
            <p:nvPr userDrawn="1"/>
          </p:nvSpPr>
          <p:spPr>
            <a:xfrm>
              <a:off x="5593907" y="1672186"/>
              <a:ext cx="1312902" cy="3563605"/>
            </a:xfrm>
            <a:custGeom>
              <a:avLst/>
              <a:gdLst>
                <a:gd name="connsiteX0" fmla="*/ 656451 w 1312902"/>
                <a:gd name="connsiteY0" fmla="*/ 0 h 3563605"/>
                <a:gd name="connsiteX1" fmla="*/ 684220 w 1312902"/>
                <a:gd name="connsiteY1" fmla="*/ 30553 h 3563605"/>
                <a:gd name="connsiteX2" fmla="*/ 1312902 w 1312902"/>
                <a:gd name="connsiteY2" fmla="*/ 1781802 h 3563605"/>
                <a:gd name="connsiteX3" fmla="*/ 684220 w 1312902"/>
                <a:gd name="connsiteY3" fmla="*/ 3533052 h 3563605"/>
                <a:gd name="connsiteX4" fmla="*/ 656451 w 1312902"/>
                <a:gd name="connsiteY4" fmla="*/ 3563605 h 3563605"/>
                <a:gd name="connsiteX5" fmla="*/ 628683 w 1312902"/>
                <a:gd name="connsiteY5" fmla="*/ 3533052 h 3563605"/>
                <a:gd name="connsiteX6" fmla="*/ 0 w 1312902"/>
                <a:gd name="connsiteY6" fmla="*/ 1781802 h 3563605"/>
                <a:gd name="connsiteX7" fmla="*/ 628683 w 1312902"/>
                <a:gd name="connsiteY7" fmla="*/ 30553 h 35636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12902" h="3563605">
                  <a:moveTo>
                    <a:pt x="656451" y="0"/>
                  </a:moveTo>
                  <a:lnTo>
                    <a:pt x="684220" y="30553"/>
                  </a:lnTo>
                  <a:cubicBezTo>
                    <a:pt x="1076971" y="506457"/>
                    <a:pt x="1312902" y="1116577"/>
                    <a:pt x="1312902" y="1781802"/>
                  </a:cubicBezTo>
                  <a:cubicBezTo>
                    <a:pt x="1312902" y="2447027"/>
                    <a:pt x="1076971" y="3057147"/>
                    <a:pt x="684220" y="3533052"/>
                  </a:cubicBezTo>
                  <a:lnTo>
                    <a:pt x="656451" y="3563605"/>
                  </a:lnTo>
                  <a:lnTo>
                    <a:pt x="628683" y="3533052"/>
                  </a:lnTo>
                  <a:cubicBezTo>
                    <a:pt x="235932" y="3057147"/>
                    <a:pt x="0" y="2447027"/>
                    <a:pt x="0" y="1781802"/>
                  </a:cubicBezTo>
                  <a:cubicBezTo>
                    <a:pt x="0" y="1116577"/>
                    <a:pt x="235932" y="506457"/>
                    <a:pt x="628683" y="30553"/>
                  </a:cubicBez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799" y="685799"/>
            <a:ext cx="10058397" cy="4572000"/>
          </a:xfrm>
        </p:spPr>
        <p:txBody>
          <a:bodyPr lIns="0" tIns="0" rIns="0" bIns="0" anchor="t" anchorCtr="0">
            <a:noAutofit/>
          </a:bodyPr>
          <a:lstStyle>
            <a:lvl1pPr algn="l">
              <a:lnSpc>
                <a:spcPct val="100000"/>
              </a:lnSpc>
              <a:defRPr sz="7500" b="1" cap="none" spc="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5D51DDB-9673-3EB3-5A4C-FC9A8E5EB2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0830496" y="760864"/>
            <a:ext cx="602728" cy="596004"/>
            <a:chOff x="11118823" y="513726"/>
            <a:chExt cx="602728" cy="596004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BC1B833-D0D3-F240-EFE9-6CA718F4FC37}"/>
                </a:ext>
              </a:extLst>
            </p:cNvPr>
            <p:cNvCxnSpPr>
              <a:cxnSpLocks/>
            </p:cNvCxnSpPr>
            <p:nvPr/>
          </p:nvCxnSpPr>
          <p:spPr>
            <a:xfrm>
              <a:off x="11165541" y="513726"/>
              <a:ext cx="549286" cy="0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57E45EA-B5EA-7651-5C44-B45F5739233C}"/>
                </a:ext>
              </a:extLst>
            </p:cNvPr>
            <p:cNvCxnSpPr>
              <a:cxnSpLocks/>
            </p:cNvCxnSpPr>
            <p:nvPr/>
          </p:nvCxnSpPr>
          <p:spPr>
            <a:xfrm>
              <a:off x="11721551" y="513726"/>
              <a:ext cx="0" cy="544109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2C7A966-3CEC-757D-106F-9E4061AA39B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18823" y="570368"/>
              <a:ext cx="539362" cy="539362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5B6928-C16A-14F7-594D-C117C2FFA2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DF10B5E-BE44-608A-DE4B-D90C921A83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5185458" cy="685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77334" y="694944"/>
            <a:ext cx="3789177" cy="4572000"/>
          </a:xfrm>
        </p:spPr>
        <p:txBody>
          <a:bodyPr lIns="0" tIns="0" rIns="0" bIns="0">
            <a:noAutofit/>
          </a:bodyPr>
          <a:lstStyle>
            <a:lvl1pPr>
              <a:lnSpc>
                <a:spcPts val="4500"/>
              </a:lnSpc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753101" y="694945"/>
            <a:ext cx="4297680" cy="5468112"/>
          </a:xfrm>
        </p:spPr>
        <p:txBody>
          <a:bodyPr lIns="0" tIns="0" rIns="0" bIns="0" anchor="t" anchorCtr="0">
            <a:normAutofit/>
          </a:bodyPr>
          <a:lstStyle>
            <a:lvl1pPr marL="457200" indent="-457200">
              <a:lnSpc>
                <a:spcPts val="3000"/>
              </a:lnSpc>
              <a:spcBef>
                <a:spcPts val="2800"/>
              </a:spcBef>
              <a:buSzPct val="100000"/>
              <a:buFont typeface="+mj-lt"/>
              <a:buAutoNum type="arabicPeriod"/>
              <a:defRPr sz="2400"/>
            </a:lvl1pPr>
            <a:lvl2pPr marL="914400" indent="-457200">
              <a:lnSpc>
                <a:spcPts val="3000"/>
              </a:lnSpc>
              <a:spcBef>
                <a:spcPts val="2800"/>
              </a:spcBef>
              <a:buSzPct val="100000"/>
              <a:buFont typeface="+mj-lt"/>
              <a:buAutoNum type="alphaLcPeriod"/>
              <a:defRPr sz="2000"/>
            </a:lvl2pPr>
            <a:lvl3pPr marL="1257300" indent="-342900">
              <a:lnSpc>
                <a:spcPts val="3000"/>
              </a:lnSpc>
              <a:spcBef>
                <a:spcPts val="2800"/>
              </a:spcBef>
              <a:buSzPct val="100000"/>
              <a:buFont typeface="+mj-lt"/>
              <a:buAutoNum type="arabicParenR"/>
              <a:defRPr sz="1800"/>
            </a:lvl3pPr>
            <a:lvl4pPr marL="1714500" indent="-342900">
              <a:lnSpc>
                <a:spcPts val="3000"/>
              </a:lnSpc>
              <a:spcBef>
                <a:spcPts val="2800"/>
              </a:spcBef>
              <a:buSzPct val="100000"/>
              <a:buFont typeface="+mj-lt"/>
              <a:buAutoNum type="alphaLcParenR"/>
              <a:defRPr sz="1600"/>
            </a:lvl4pPr>
            <a:lvl5pPr marL="2171700" indent="-342900">
              <a:lnSpc>
                <a:spcPts val="3000"/>
              </a:lnSpc>
              <a:spcBef>
                <a:spcPts val="2800"/>
              </a:spcBef>
              <a:buSzPct val="100000"/>
              <a:buFont typeface="+mj-lt"/>
              <a:buAutoNum type="romanLcPeriod"/>
              <a:defRPr sz="16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6FD763C-F852-5912-832E-36897F8724F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CDF790A-BE20-4B91-3E2A-684AF14B98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72434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Title 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>
            <a:extLst>
              <a:ext uri="{FF2B5EF4-FFF2-40B4-BE49-F238E27FC236}">
                <a16:creationId xmlns:a16="http://schemas.microsoft.com/office/drawing/2014/main" id="{FB062180-6901-78B5-8F7B-76665DF860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4074761" y="-551669"/>
            <a:ext cx="4042479" cy="5145816"/>
          </a:xfrm>
          <a:custGeom>
            <a:avLst/>
            <a:gdLst>
              <a:gd name="connsiteX0" fmla="*/ 0 w 4042479"/>
              <a:gd name="connsiteY0" fmla="*/ 4683197 h 5145816"/>
              <a:gd name="connsiteX1" fmla="*/ 0 w 4042479"/>
              <a:gd name="connsiteY1" fmla="*/ 462619 h 5145816"/>
              <a:gd name="connsiteX2" fmla="*/ 31034 w 4042479"/>
              <a:gd name="connsiteY2" fmla="*/ 439413 h 5145816"/>
              <a:gd name="connsiteX3" fmla="*/ 1469571 w 4042479"/>
              <a:gd name="connsiteY3" fmla="*/ 0 h 5145816"/>
              <a:gd name="connsiteX4" fmla="*/ 4042479 w 4042479"/>
              <a:gd name="connsiteY4" fmla="*/ 2572908 h 5145816"/>
              <a:gd name="connsiteX5" fmla="*/ 1469571 w 4042479"/>
              <a:gd name="connsiteY5" fmla="*/ 5145816 h 5145816"/>
              <a:gd name="connsiteX6" fmla="*/ 31034 w 4042479"/>
              <a:gd name="connsiteY6" fmla="*/ 4706404 h 51458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42479" h="5145816">
                <a:moveTo>
                  <a:pt x="0" y="4683197"/>
                </a:moveTo>
                <a:lnTo>
                  <a:pt x="0" y="462619"/>
                </a:lnTo>
                <a:lnTo>
                  <a:pt x="31034" y="439413"/>
                </a:lnTo>
                <a:cubicBezTo>
                  <a:pt x="441673" y="161990"/>
                  <a:pt x="936704" y="0"/>
                  <a:pt x="1469571" y="0"/>
                </a:cubicBezTo>
                <a:cubicBezTo>
                  <a:pt x="2890549" y="0"/>
                  <a:pt x="4042479" y="1151930"/>
                  <a:pt x="4042479" y="2572908"/>
                </a:cubicBezTo>
                <a:cubicBezTo>
                  <a:pt x="4042479" y="3993886"/>
                  <a:pt x="2890549" y="5145816"/>
                  <a:pt x="1469571" y="5145816"/>
                </a:cubicBezTo>
                <a:cubicBezTo>
                  <a:pt x="936704" y="5145816"/>
                  <a:pt x="441672" y="4983826"/>
                  <a:pt x="31034" y="4706404"/>
                </a:cubicBezTo>
                <a:close/>
              </a:path>
            </a:pathLst>
          </a:cu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4E5909B6-3BD3-89A6-C532-2485920A25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4074762" y="2263853"/>
            <a:ext cx="4042477" cy="5145816"/>
          </a:xfrm>
          <a:custGeom>
            <a:avLst/>
            <a:gdLst>
              <a:gd name="connsiteX0" fmla="*/ 0 w 4042477"/>
              <a:gd name="connsiteY0" fmla="*/ 2572908 h 5145816"/>
              <a:gd name="connsiteX1" fmla="*/ 2572908 w 4042477"/>
              <a:gd name="connsiteY1" fmla="*/ 0 h 5145816"/>
              <a:gd name="connsiteX2" fmla="*/ 4011446 w 4042477"/>
              <a:gd name="connsiteY2" fmla="*/ 439412 h 5145816"/>
              <a:gd name="connsiteX3" fmla="*/ 4042477 w 4042477"/>
              <a:gd name="connsiteY3" fmla="*/ 462617 h 5145816"/>
              <a:gd name="connsiteX4" fmla="*/ 4042477 w 4042477"/>
              <a:gd name="connsiteY4" fmla="*/ 4683199 h 5145816"/>
              <a:gd name="connsiteX5" fmla="*/ 4011445 w 4042477"/>
              <a:gd name="connsiteY5" fmla="*/ 4706404 h 5145816"/>
              <a:gd name="connsiteX6" fmla="*/ 2572908 w 4042477"/>
              <a:gd name="connsiteY6" fmla="*/ 5145816 h 5145816"/>
              <a:gd name="connsiteX7" fmla="*/ 0 w 4042477"/>
              <a:gd name="connsiteY7" fmla="*/ 2572908 h 51458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042477" h="5145816">
                <a:moveTo>
                  <a:pt x="0" y="2572908"/>
                </a:moveTo>
                <a:cubicBezTo>
                  <a:pt x="0" y="1151930"/>
                  <a:pt x="1151930" y="0"/>
                  <a:pt x="2572908" y="0"/>
                </a:cubicBezTo>
                <a:cubicBezTo>
                  <a:pt x="3105775" y="0"/>
                  <a:pt x="3600807" y="161990"/>
                  <a:pt x="4011446" y="439412"/>
                </a:cubicBezTo>
                <a:lnTo>
                  <a:pt x="4042477" y="462617"/>
                </a:lnTo>
                <a:lnTo>
                  <a:pt x="4042477" y="4683199"/>
                </a:lnTo>
                <a:lnTo>
                  <a:pt x="4011445" y="4706404"/>
                </a:lnTo>
                <a:cubicBezTo>
                  <a:pt x="3600806" y="4983826"/>
                  <a:pt x="3105775" y="5145816"/>
                  <a:pt x="2572908" y="5145816"/>
                </a:cubicBezTo>
                <a:cubicBezTo>
                  <a:pt x="1151930" y="5145816"/>
                  <a:pt x="0" y="3993886"/>
                  <a:pt x="0" y="2572908"/>
                </a:cubicBez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D1324873-CBF5-A3C4-2FED-7A74AB0304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5482522" y="1763840"/>
            <a:ext cx="1226956" cy="3330322"/>
          </a:xfrm>
          <a:custGeom>
            <a:avLst/>
            <a:gdLst>
              <a:gd name="connsiteX0" fmla="*/ 656451 w 1312902"/>
              <a:gd name="connsiteY0" fmla="*/ 0 h 3563605"/>
              <a:gd name="connsiteX1" fmla="*/ 684220 w 1312902"/>
              <a:gd name="connsiteY1" fmla="*/ 30553 h 3563605"/>
              <a:gd name="connsiteX2" fmla="*/ 1312902 w 1312902"/>
              <a:gd name="connsiteY2" fmla="*/ 1781802 h 3563605"/>
              <a:gd name="connsiteX3" fmla="*/ 684220 w 1312902"/>
              <a:gd name="connsiteY3" fmla="*/ 3533052 h 3563605"/>
              <a:gd name="connsiteX4" fmla="*/ 656451 w 1312902"/>
              <a:gd name="connsiteY4" fmla="*/ 3563605 h 3563605"/>
              <a:gd name="connsiteX5" fmla="*/ 628683 w 1312902"/>
              <a:gd name="connsiteY5" fmla="*/ 3533052 h 3563605"/>
              <a:gd name="connsiteX6" fmla="*/ 0 w 1312902"/>
              <a:gd name="connsiteY6" fmla="*/ 1781802 h 3563605"/>
              <a:gd name="connsiteX7" fmla="*/ 628683 w 1312902"/>
              <a:gd name="connsiteY7" fmla="*/ 30553 h 3563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312902" h="3563605">
                <a:moveTo>
                  <a:pt x="656451" y="0"/>
                </a:moveTo>
                <a:lnTo>
                  <a:pt x="684220" y="30553"/>
                </a:lnTo>
                <a:cubicBezTo>
                  <a:pt x="1076971" y="506457"/>
                  <a:pt x="1312902" y="1116577"/>
                  <a:pt x="1312902" y="1781802"/>
                </a:cubicBezTo>
                <a:cubicBezTo>
                  <a:pt x="1312902" y="2447027"/>
                  <a:pt x="1076971" y="3057147"/>
                  <a:pt x="684220" y="3533052"/>
                </a:cubicBezTo>
                <a:lnTo>
                  <a:pt x="656451" y="3563605"/>
                </a:lnTo>
                <a:lnTo>
                  <a:pt x="628683" y="3533052"/>
                </a:lnTo>
                <a:cubicBezTo>
                  <a:pt x="235932" y="3057147"/>
                  <a:pt x="0" y="2447027"/>
                  <a:pt x="0" y="1781802"/>
                </a:cubicBezTo>
                <a:cubicBezTo>
                  <a:pt x="0" y="1116577"/>
                  <a:pt x="235932" y="506457"/>
                  <a:pt x="628683" y="30553"/>
                </a:cubicBez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799" y="685798"/>
            <a:ext cx="10058400" cy="4572000"/>
          </a:xfrm>
        </p:spPr>
        <p:txBody>
          <a:bodyPr lIns="0" tIns="0" rIns="0" bIns="0" anchor="t" anchorCtr="0">
            <a:noAutofit/>
          </a:bodyPr>
          <a:lstStyle>
            <a:lvl1pPr algn="l">
              <a:lnSpc>
                <a:spcPct val="100000"/>
              </a:lnSpc>
              <a:defRPr sz="7500" b="1" cap="none" spc="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685799" y="5267956"/>
            <a:ext cx="10058400" cy="914400"/>
          </a:xfrm>
        </p:spPr>
        <p:txBody>
          <a:bodyPr lIns="0" tIns="0" rIns="0" bIns="0" anchor="b" anchorCtr="0">
            <a:normAutofit/>
          </a:bodyPr>
          <a:lstStyle>
            <a:lvl1pPr marL="0" indent="0" algn="l">
              <a:buNone/>
              <a:defRPr sz="3600" b="1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add subtitle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5D51DDB-9673-3EB3-5A4C-FC9A8E5EB2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0830496" y="760864"/>
            <a:ext cx="602728" cy="596004"/>
            <a:chOff x="11118823" y="513726"/>
            <a:chExt cx="602728" cy="596004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BC1B833-D0D3-F240-EFE9-6CA718F4FC37}"/>
                </a:ext>
              </a:extLst>
            </p:cNvPr>
            <p:cNvCxnSpPr>
              <a:cxnSpLocks/>
            </p:cNvCxnSpPr>
            <p:nvPr/>
          </p:nvCxnSpPr>
          <p:spPr>
            <a:xfrm>
              <a:off x="11165541" y="513726"/>
              <a:ext cx="549286" cy="0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57E45EA-B5EA-7651-5C44-B45F5739233C}"/>
                </a:ext>
              </a:extLst>
            </p:cNvPr>
            <p:cNvCxnSpPr>
              <a:cxnSpLocks/>
            </p:cNvCxnSpPr>
            <p:nvPr/>
          </p:nvCxnSpPr>
          <p:spPr>
            <a:xfrm>
              <a:off x="11721551" y="513726"/>
              <a:ext cx="0" cy="544109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2C7A966-3CEC-757D-106F-9E4061AA39B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18823" y="570368"/>
              <a:ext cx="539362" cy="539362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5B6928-C16A-14F7-594D-C117C2FFA2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92074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DF10B5E-BE44-608A-DE4B-D90C921A83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5185458" cy="685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77334" y="694944"/>
            <a:ext cx="3789177" cy="4572000"/>
          </a:xfrm>
        </p:spPr>
        <p:txBody>
          <a:bodyPr lIns="0" tIns="0" rIns="0" bIns="0">
            <a:noAutofit/>
          </a:bodyPr>
          <a:lstStyle>
            <a:lvl1pPr>
              <a:lnSpc>
                <a:spcPts val="4500"/>
              </a:lnSpc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753101" y="694945"/>
            <a:ext cx="4572000" cy="5468112"/>
          </a:xfrm>
        </p:spPr>
        <p:txBody>
          <a:bodyPr lIns="0" tIns="0" rIns="0" bIns="0" anchor="t" anchorCtr="0"/>
          <a:lstStyle>
            <a:lvl1pPr marL="0" indent="0">
              <a:lnSpc>
                <a:spcPts val="2400"/>
              </a:lnSpc>
              <a:spcBef>
                <a:spcPts val="1000"/>
              </a:spcBef>
              <a:buNone/>
              <a:defRPr/>
            </a:lvl1pPr>
            <a:lvl2pPr marL="742950" indent="-285750">
              <a:lnSpc>
                <a:spcPts val="2400"/>
              </a:lnSpc>
              <a:spcBef>
                <a:spcPts val="1000"/>
              </a:spcBef>
              <a:buFont typeface="Wingdings 3" panose="05040102010807070707" pitchFamily="18" charset="2"/>
              <a:buChar char="u"/>
              <a:defRPr/>
            </a:lvl2pPr>
            <a:lvl3pPr marL="1200150" indent="-285750">
              <a:lnSpc>
                <a:spcPts val="2400"/>
              </a:lnSpc>
              <a:spcBef>
                <a:spcPts val="1000"/>
              </a:spcBef>
              <a:buFont typeface="Wingdings 3" panose="05040102010807070707" pitchFamily="18" charset="2"/>
              <a:buChar char="u"/>
              <a:defRPr/>
            </a:lvl3pPr>
            <a:lvl4pPr marL="1543050" indent="-171450">
              <a:lnSpc>
                <a:spcPts val="2400"/>
              </a:lnSpc>
              <a:spcBef>
                <a:spcPts val="1000"/>
              </a:spcBef>
              <a:buFont typeface="Wingdings 3" panose="05040102010807070707" pitchFamily="18" charset="2"/>
              <a:buChar char="u"/>
              <a:defRPr/>
            </a:lvl4pPr>
            <a:lvl5pPr marL="2000250" indent="-171450">
              <a:lnSpc>
                <a:spcPts val="2400"/>
              </a:lnSpc>
              <a:spcBef>
                <a:spcPts val="1000"/>
              </a:spcBef>
              <a:buFont typeface="Wingdings 3" panose="05040102010807070707" pitchFamily="18" charset="2"/>
              <a:buChar char="u"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ts val="24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85000"/>
                  <a:lumOff val="15000"/>
                </a:schemeClr>
              </a:buClr>
              <a:buSzPct val="80000"/>
              <a:buFont typeface="Wingdings 3" charset="2"/>
              <a:buNone/>
              <a:tabLst/>
              <a:defRPr/>
            </a:pPr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6FD763C-F852-5912-832E-36897F8724F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85800" y="5953968"/>
            <a:ext cx="365760" cy="365760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CDF790A-BE20-4B91-3E2A-684AF14B98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681981-ACA6-F321-B526-C400A1D9E74F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88FD4BCE-35F6-425E-BEE7-07902E8BBFFC}" type="datetimeFigureOut">
              <a:rPr lang="en-US" smtClean="0"/>
              <a:pPr/>
              <a:t>5/29/2026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86D413-D12F-D4FC-0369-637417A8ACAF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25693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Title and Imag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E5D51DDB-9673-3EB3-5A4C-FC9A8E5EB2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0830496" y="760864"/>
            <a:ext cx="602728" cy="596004"/>
            <a:chOff x="11118823" y="513726"/>
            <a:chExt cx="602728" cy="596004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BC1B833-D0D3-F240-EFE9-6CA718F4FC37}"/>
                </a:ext>
              </a:extLst>
            </p:cNvPr>
            <p:cNvCxnSpPr>
              <a:cxnSpLocks/>
            </p:cNvCxnSpPr>
            <p:nvPr/>
          </p:nvCxnSpPr>
          <p:spPr>
            <a:xfrm>
              <a:off x="11165541" y="513726"/>
              <a:ext cx="549286" cy="0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57E45EA-B5EA-7651-5C44-B45F5739233C}"/>
                </a:ext>
              </a:extLst>
            </p:cNvPr>
            <p:cNvCxnSpPr>
              <a:cxnSpLocks/>
            </p:cNvCxnSpPr>
            <p:nvPr/>
          </p:nvCxnSpPr>
          <p:spPr>
            <a:xfrm>
              <a:off x="11721551" y="513726"/>
              <a:ext cx="0" cy="544109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2C7A966-3CEC-757D-106F-9E4061AA39B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18823" y="570368"/>
              <a:ext cx="539362" cy="539362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5B6928-C16A-14F7-594D-C117C2FFA2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85531A5-E0BC-2493-B1DF-7FDEBBD00D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0" y="856093"/>
            <a:ext cx="5791637" cy="5145815"/>
            <a:chOff x="6400363" y="856093"/>
            <a:chExt cx="5791637" cy="5145815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59204924-0071-7102-F00E-8494C96FA10C}"/>
                </a:ext>
              </a:extLst>
            </p:cNvPr>
            <p:cNvSpPr/>
            <p:nvPr userDrawn="1"/>
          </p:nvSpPr>
          <p:spPr>
            <a:xfrm flipH="1">
              <a:off x="6400363" y="856093"/>
              <a:ext cx="5145815" cy="5145815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EC3D4C6F-59E1-AAC8-F730-988C9DA079C9}"/>
                </a:ext>
              </a:extLst>
            </p:cNvPr>
            <p:cNvSpPr/>
            <p:nvPr userDrawn="1"/>
          </p:nvSpPr>
          <p:spPr>
            <a:xfrm flipH="1">
              <a:off x="10319220" y="953697"/>
              <a:ext cx="1872780" cy="4949246"/>
            </a:xfrm>
            <a:custGeom>
              <a:avLst/>
              <a:gdLst>
                <a:gd name="connsiteX0" fmla="*/ 0 w 1872780"/>
                <a:gd name="connsiteY0" fmla="*/ 0 h 4949246"/>
                <a:gd name="connsiteX1" fmla="*/ 0 w 1872780"/>
                <a:gd name="connsiteY1" fmla="*/ 4949246 h 4949246"/>
                <a:gd name="connsiteX2" fmla="*/ 64976 w 1872780"/>
                <a:gd name="connsiteY2" fmla="*/ 4932538 h 4949246"/>
                <a:gd name="connsiteX3" fmla="*/ 1872780 w 1872780"/>
                <a:gd name="connsiteY3" fmla="*/ 2475303 h 4949246"/>
                <a:gd name="connsiteX4" fmla="*/ 936480 w 1872780"/>
                <a:gd name="connsiteY4" fmla="*/ 489922 h 4949246"/>
                <a:gd name="connsiteX5" fmla="*/ 816865 w 1872780"/>
                <a:gd name="connsiteY5" fmla="*/ 400475 h 4949246"/>
                <a:gd name="connsiteX6" fmla="*/ 816865 w 1872780"/>
                <a:gd name="connsiteY6" fmla="*/ 403694 h 4949246"/>
                <a:gd name="connsiteX7" fmla="*/ 688294 w 1872780"/>
                <a:gd name="connsiteY7" fmla="*/ 403694 h 4949246"/>
                <a:gd name="connsiteX8" fmla="*/ 688294 w 1872780"/>
                <a:gd name="connsiteY8" fmla="*/ 311361 h 4949246"/>
                <a:gd name="connsiteX9" fmla="*/ 526273 w 1872780"/>
                <a:gd name="connsiteY9" fmla="*/ 212931 h 4949246"/>
                <a:gd name="connsiteX10" fmla="*/ 95108 w 1872780"/>
                <a:gd name="connsiteY10" fmla="*/ 27645 h 4949246"/>
                <a:gd name="connsiteX0" fmla="*/ 0 w 1872780"/>
                <a:gd name="connsiteY0" fmla="*/ 0 h 4949246"/>
                <a:gd name="connsiteX1" fmla="*/ 0 w 1872780"/>
                <a:gd name="connsiteY1" fmla="*/ 4949246 h 4949246"/>
                <a:gd name="connsiteX2" fmla="*/ 64976 w 1872780"/>
                <a:gd name="connsiteY2" fmla="*/ 4932538 h 4949246"/>
                <a:gd name="connsiteX3" fmla="*/ 1872780 w 1872780"/>
                <a:gd name="connsiteY3" fmla="*/ 2475303 h 4949246"/>
                <a:gd name="connsiteX4" fmla="*/ 936480 w 1872780"/>
                <a:gd name="connsiteY4" fmla="*/ 489922 h 4949246"/>
                <a:gd name="connsiteX5" fmla="*/ 816865 w 1872780"/>
                <a:gd name="connsiteY5" fmla="*/ 400475 h 4949246"/>
                <a:gd name="connsiteX6" fmla="*/ 816865 w 1872780"/>
                <a:gd name="connsiteY6" fmla="*/ 403694 h 4949246"/>
                <a:gd name="connsiteX7" fmla="*/ 820319 w 1872780"/>
                <a:gd name="connsiteY7" fmla="*/ 335236 h 4949246"/>
                <a:gd name="connsiteX8" fmla="*/ 688294 w 1872780"/>
                <a:gd name="connsiteY8" fmla="*/ 311361 h 4949246"/>
                <a:gd name="connsiteX9" fmla="*/ 526273 w 1872780"/>
                <a:gd name="connsiteY9" fmla="*/ 212931 h 4949246"/>
                <a:gd name="connsiteX10" fmla="*/ 95108 w 1872780"/>
                <a:gd name="connsiteY10" fmla="*/ 27645 h 4949246"/>
                <a:gd name="connsiteX11" fmla="*/ 0 w 1872780"/>
                <a:gd name="connsiteY11" fmla="*/ 0 h 4949246"/>
                <a:gd name="connsiteX0" fmla="*/ 0 w 1872780"/>
                <a:gd name="connsiteY0" fmla="*/ 0 h 4949246"/>
                <a:gd name="connsiteX1" fmla="*/ 0 w 1872780"/>
                <a:gd name="connsiteY1" fmla="*/ 4949246 h 4949246"/>
                <a:gd name="connsiteX2" fmla="*/ 64976 w 1872780"/>
                <a:gd name="connsiteY2" fmla="*/ 4932538 h 4949246"/>
                <a:gd name="connsiteX3" fmla="*/ 1872780 w 1872780"/>
                <a:gd name="connsiteY3" fmla="*/ 2475303 h 4949246"/>
                <a:gd name="connsiteX4" fmla="*/ 936480 w 1872780"/>
                <a:gd name="connsiteY4" fmla="*/ 489922 h 4949246"/>
                <a:gd name="connsiteX5" fmla="*/ 816865 w 1872780"/>
                <a:gd name="connsiteY5" fmla="*/ 400475 h 4949246"/>
                <a:gd name="connsiteX6" fmla="*/ 816865 w 1872780"/>
                <a:gd name="connsiteY6" fmla="*/ 403694 h 4949246"/>
                <a:gd name="connsiteX7" fmla="*/ 688294 w 1872780"/>
                <a:gd name="connsiteY7" fmla="*/ 311361 h 4949246"/>
                <a:gd name="connsiteX8" fmla="*/ 526273 w 1872780"/>
                <a:gd name="connsiteY8" fmla="*/ 212931 h 4949246"/>
                <a:gd name="connsiteX9" fmla="*/ 95108 w 1872780"/>
                <a:gd name="connsiteY9" fmla="*/ 27645 h 4949246"/>
                <a:gd name="connsiteX10" fmla="*/ 0 w 1872780"/>
                <a:gd name="connsiteY10" fmla="*/ 0 h 4949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872780" h="4949246">
                  <a:moveTo>
                    <a:pt x="0" y="0"/>
                  </a:moveTo>
                  <a:lnTo>
                    <a:pt x="0" y="4949246"/>
                  </a:lnTo>
                  <a:lnTo>
                    <a:pt x="64976" y="4932538"/>
                  </a:lnTo>
                  <a:cubicBezTo>
                    <a:pt x="1112326" y="4606779"/>
                    <a:pt x="1872780" y="3629848"/>
                    <a:pt x="1872780" y="2475303"/>
                  </a:cubicBezTo>
                  <a:cubicBezTo>
                    <a:pt x="1872780" y="1676003"/>
                    <a:pt x="1508302" y="961831"/>
                    <a:pt x="936480" y="489922"/>
                  </a:cubicBezTo>
                  <a:lnTo>
                    <a:pt x="816865" y="400475"/>
                  </a:lnTo>
                  <a:lnTo>
                    <a:pt x="816865" y="403694"/>
                  </a:lnTo>
                  <a:lnTo>
                    <a:pt x="688294" y="311361"/>
                  </a:lnTo>
                  <a:lnTo>
                    <a:pt x="526273" y="212931"/>
                  </a:lnTo>
                  <a:cubicBezTo>
                    <a:pt x="389561" y="138665"/>
                    <a:pt x="245366" y="76429"/>
                    <a:pt x="95108" y="27645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1884E397-4075-3615-C87B-9D22754DFD4C}"/>
                </a:ext>
              </a:extLst>
            </p:cNvPr>
            <p:cNvSpPr/>
            <p:nvPr userDrawn="1"/>
          </p:nvSpPr>
          <p:spPr>
            <a:xfrm flipH="1">
              <a:off x="10319222" y="1763840"/>
              <a:ext cx="1226956" cy="3330322"/>
            </a:xfrm>
            <a:custGeom>
              <a:avLst/>
              <a:gdLst>
                <a:gd name="connsiteX0" fmla="*/ 656451 w 1312902"/>
                <a:gd name="connsiteY0" fmla="*/ 0 h 3563605"/>
                <a:gd name="connsiteX1" fmla="*/ 684220 w 1312902"/>
                <a:gd name="connsiteY1" fmla="*/ 30553 h 3563605"/>
                <a:gd name="connsiteX2" fmla="*/ 1312902 w 1312902"/>
                <a:gd name="connsiteY2" fmla="*/ 1781802 h 3563605"/>
                <a:gd name="connsiteX3" fmla="*/ 684220 w 1312902"/>
                <a:gd name="connsiteY3" fmla="*/ 3533052 h 3563605"/>
                <a:gd name="connsiteX4" fmla="*/ 656451 w 1312902"/>
                <a:gd name="connsiteY4" fmla="*/ 3563605 h 3563605"/>
                <a:gd name="connsiteX5" fmla="*/ 628683 w 1312902"/>
                <a:gd name="connsiteY5" fmla="*/ 3533052 h 3563605"/>
                <a:gd name="connsiteX6" fmla="*/ 0 w 1312902"/>
                <a:gd name="connsiteY6" fmla="*/ 1781802 h 3563605"/>
                <a:gd name="connsiteX7" fmla="*/ 628683 w 1312902"/>
                <a:gd name="connsiteY7" fmla="*/ 30553 h 35636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12902" h="3563605">
                  <a:moveTo>
                    <a:pt x="656451" y="0"/>
                  </a:moveTo>
                  <a:lnTo>
                    <a:pt x="684220" y="30553"/>
                  </a:lnTo>
                  <a:cubicBezTo>
                    <a:pt x="1076971" y="506457"/>
                    <a:pt x="1312902" y="1116577"/>
                    <a:pt x="1312902" y="1781802"/>
                  </a:cubicBezTo>
                  <a:cubicBezTo>
                    <a:pt x="1312902" y="2447027"/>
                    <a:pt x="1076971" y="3057147"/>
                    <a:pt x="684220" y="3533052"/>
                  </a:cubicBezTo>
                  <a:lnTo>
                    <a:pt x="656451" y="3563605"/>
                  </a:lnTo>
                  <a:lnTo>
                    <a:pt x="628683" y="3533052"/>
                  </a:lnTo>
                  <a:cubicBezTo>
                    <a:pt x="235932" y="3057147"/>
                    <a:pt x="0" y="2447027"/>
                    <a:pt x="0" y="1781802"/>
                  </a:cubicBezTo>
                  <a:cubicBezTo>
                    <a:pt x="0" y="1116577"/>
                    <a:pt x="235932" y="506457"/>
                    <a:pt x="628683" y="30553"/>
                  </a:cubicBez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83137" y="400925"/>
            <a:ext cx="8913947" cy="4061745"/>
          </a:xfrm>
        </p:spPr>
        <p:txBody>
          <a:bodyPr lIns="0" tIns="0" rIns="0" bIns="0" anchor="b" anchorCtr="0">
            <a:noAutofit/>
          </a:bodyPr>
          <a:lstStyle>
            <a:lvl1pPr algn="l">
              <a:lnSpc>
                <a:spcPct val="100000"/>
              </a:lnSpc>
              <a:defRPr sz="7500" b="1" cap="none" spc="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283140" y="4519311"/>
            <a:ext cx="8913949" cy="1657202"/>
          </a:xfrm>
        </p:spPr>
        <p:txBody>
          <a:bodyPr lIns="0" tIns="0" rIns="0" bIns="0" anchor="t" anchorCtr="0">
            <a:normAutofit/>
          </a:bodyPr>
          <a:lstStyle>
            <a:lvl1pPr marL="0" indent="0" algn="l">
              <a:buNone/>
              <a:defRPr sz="3600" b="1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E08CADAB-C836-336D-DC60-E20AAE3199B4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" y="972878"/>
            <a:ext cx="1264455" cy="4926287"/>
          </a:xfrm>
          <a:custGeom>
            <a:avLst/>
            <a:gdLst>
              <a:gd name="connsiteX0" fmla="*/ 0 w 1264455"/>
              <a:gd name="connsiteY0" fmla="*/ 0 h 4926287"/>
              <a:gd name="connsiteX1" fmla="*/ 53564 w 1264455"/>
              <a:gd name="connsiteY1" fmla="*/ 0 h 4926287"/>
              <a:gd name="connsiteX2" fmla="*/ 184430 w 1264455"/>
              <a:gd name="connsiteY2" fmla="*/ 42338 h 4926287"/>
              <a:gd name="connsiteX3" fmla="*/ 1264455 w 1264455"/>
              <a:gd name="connsiteY3" fmla="*/ 797216 h 4926287"/>
              <a:gd name="connsiteX4" fmla="*/ 1245431 w 1264455"/>
              <a:gd name="connsiteY4" fmla="*/ 818786 h 4926287"/>
              <a:gd name="connsiteX5" fmla="*/ 646813 w 1264455"/>
              <a:gd name="connsiteY5" fmla="*/ 2455489 h 4926287"/>
              <a:gd name="connsiteX6" fmla="*/ 1245431 w 1264455"/>
              <a:gd name="connsiteY6" fmla="*/ 4092193 h 4926287"/>
              <a:gd name="connsiteX7" fmla="*/ 1264455 w 1264455"/>
              <a:gd name="connsiteY7" fmla="*/ 4113762 h 4926287"/>
              <a:gd name="connsiteX8" fmla="*/ 362544 w 1264455"/>
              <a:gd name="connsiteY8" fmla="*/ 4796931 h 4926287"/>
              <a:gd name="connsiteX9" fmla="*/ 201663 w 1264455"/>
              <a:gd name="connsiteY9" fmla="*/ 4862847 h 4926287"/>
              <a:gd name="connsiteX10" fmla="*/ 166695 w 1264455"/>
              <a:gd name="connsiteY10" fmla="*/ 4875645 h 4926287"/>
              <a:gd name="connsiteX11" fmla="*/ 49533 w 1264455"/>
              <a:gd name="connsiteY11" fmla="*/ 4913551 h 4926287"/>
              <a:gd name="connsiteX12" fmla="*/ 0 w 1264455"/>
              <a:gd name="connsiteY12" fmla="*/ 4926287 h 49262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264455" h="4926287">
                <a:moveTo>
                  <a:pt x="0" y="0"/>
                </a:moveTo>
                <a:lnTo>
                  <a:pt x="53564" y="0"/>
                </a:lnTo>
                <a:lnTo>
                  <a:pt x="184430" y="42338"/>
                </a:lnTo>
                <a:cubicBezTo>
                  <a:pt x="607635" y="197310"/>
                  <a:pt x="979255" y="460836"/>
                  <a:pt x="1264455" y="797216"/>
                </a:cubicBezTo>
                <a:lnTo>
                  <a:pt x="1245431" y="818786"/>
                </a:lnTo>
                <a:cubicBezTo>
                  <a:pt x="871295" y="1264121"/>
                  <a:pt x="646813" y="1833796"/>
                  <a:pt x="646813" y="2455489"/>
                </a:cubicBezTo>
                <a:cubicBezTo>
                  <a:pt x="646813" y="3077183"/>
                  <a:pt x="871295" y="3648126"/>
                  <a:pt x="1245431" y="4092193"/>
                </a:cubicBezTo>
                <a:lnTo>
                  <a:pt x="1264455" y="4113762"/>
                </a:lnTo>
                <a:cubicBezTo>
                  <a:pt x="1019998" y="4403040"/>
                  <a:pt x="712048" y="4638079"/>
                  <a:pt x="362544" y="4796931"/>
                </a:cubicBezTo>
                <a:lnTo>
                  <a:pt x="201663" y="4862847"/>
                </a:lnTo>
                <a:lnTo>
                  <a:pt x="166695" y="4875645"/>
                </a:lnTo>
                <a:lnTo>
                  <a:pt x="49533" y="4913551"/>
                </a:lnTo>
                <a:lnTo>
                  <a:pt x="0" y="4926287"/>
                </a:lnTo>
                <a:close/>
              </a:path>
            </a:pathLst>
          </a:custGeom>
          <a:noFill/>
        </p:spPr>
        <p:txBody>
          <a:bodyPr wrap="square" lIns="0" tIns="1005840">
            <a:no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10073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DF10B5E-BE44-608A-DE4B-D90C921A83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5185458" cy="685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94944"/>
            <a:ext cx="3931919" cy="2763442"/>
          </a:xfrm>
        </p:spPr>
        <p:txBody>
          <a:bodyPr lIns="0" tIns="0" rIns="0" bIns="0">
            <a:noAutofit/>
          </a:bodyPr>
          <a:lstStyle>
            <a:lvl1pPr>
              <a:lnSpc>
                <a:spcPts val="45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19D2F740-9D68-14D7-A2BD-C7AF3ED65878}"/>
              </a:ext>
            </a:extLst>
          </p:cNvPr>
          <p:cNvSpPr>
            <a:spLocks noGrp="1"/>
          </p:cNvSpPr>
          <p:nvPr>
            <p:ph type="subTitle" idx="12" hasCustomPrompt="1"/>
          </p:nvPr>
        </p:nvSpPr>
        <p:spPr>
          <a:xfrm>
            <a:off x="5753101" y="694944"/>
            <a:ext cx="4805362" cy="1211575"/>
          </a:xfrm>
        </p:spPr>
        <p:txBody>
          <a:bodyPr lIns="0" tIns="0" rIns="0" bIns="0" anchor="t" anchorCtr="0">
            <a:normAutofit/>
          </a:bodyPr>
          <a:lstStyle>
            <a:lvl1pPr marL="0" indent="0" algn="l">
              <a:buNone/>
              <a:defRPr sz="2800" b="1" cap="all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70D09E7E-72DE-59AE-3220-C9E02D690C97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677333" y="3607903"/>
            <a:ext cx="3931920" cy="257212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>
              <a:lnSpc>
                <a:spcPts val="2400"/>
              </a:lnSpc>
              <a:buNone/>
              <a:defRPr/>
            </a:lvl1pPr>
            <a:lvl2pPr>
              <a:lnSpc>
                <a:spcPts val="2400"/>
              </a:lnSpc>
              <a:defRPr/>
            </a:lvl2pPr>
            <a:lvl3pPr>
              <a:lnSpc>
                <a:spcPts val="2400"/>
              </a:lnSpc>
              <a:defRPr/>
            </a:lvl3pPr>
            <a:lvl4pPr>
              <a:lnSpc>
                <a:spcPts val="2400"/>
              </a:lnSpc>
              <a:defRPr/>
            </a:lvl4pPr>
            <a:lvl5pPr>
              <a:lnSpc>
                <a:spcPts val="2400"/>
              </a:lnSpc>
              <a:defRPr/>
            </a:lvl5pPr>
          </a:lstStyle>
          <a:p>
            <a:pPr marL="342900" marR="0" lvl="0" indent="-342900" algn="l" defTabSz="457200" rtl="0" eaLnBrk="1" fontAlgn="auto" latinLnBrk="0" hangingPunct="1">
              <a:lnSpc>
                <a:spcPts val="24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85000"/>
                  <a:lumOff val="15000"/>
                </a:schemeClr>
              </a:buClr>
              <a:buSzPct val="80000"/>
              <a:buFont typeface="Wingdings 3" charset="2"/>
              <a:buChar char=""/>
              <a:tabLst/>
              <a:defRPr/>
            </a:pPr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753101" y="2157413"/>
            <a:ext cx="5753098" cy="4005643"/>
          </a:xfrm>
        </p:spPr>
        <p:txBody>
          <a:bodyPr lIns="0" tIns="0" rIns="0" bIns="0" anchor="t" anchorCtr="0"/>
          <a:lstStyle>
            <a:lvl1pPr marL="0" indent="0">
              <a:lnSpc>
                <a:spcPts val="3000"/>
              </a:lnSpc>
              <a:spcBef>
                <a:spcPts val="2800"/>
              </a:spcBef>
              <a:buNone/>
              <a:defRPr/>
            </a:lvl1pPr>
            <a:lvl2pPr marL="742950" indent="-285750">
              <a:lnSpc>
                <a:spcPts val="3000"/>
              </a:lnSpc>
              <a:spcBef>
                <a:spcPts val="2800"/>
              </a:spcBef>
              <a:buFont typeface="Wingdings 3" panose="05040102010807070707" pitchFamily="18" charset="2"/>
              <a:buChar char="u"/>
              <a:defRPr/>
            </a:lvl2pPr>
            <a:lvl3pPr marL="1200150" indent="-285750">
              <a:lnSpc>
                <a:spcPts val="3000"/>
              </a:lnSpc>
              <a:spcBef>
                <a:spcPts val="2800"/>
              </a:spcBef>
              <a:buFont typeface="Wingdings 3" panose="05040102010807070707" pitchFamily="18" charset="2"/>
              <a:buChar char="u"/>
              <a:defRPr/>
            </a:lvl3pPr>
            <a:lvl4pPr marL="1543050" indent="-171450">
              <a:lnSpc>
                <a:spcPts val="3000"/>
              </a:lnSpc>
              <a:spcBef>
                <a:spcPts val="2800"/>
              </a:spcBef>
              <a:buFont typeface="Wingdings 3" panose="05040102010807070707" pitchFamily="18" charset="2"/>
              <a:buChar char="u"/>
              <a:defRPr/>
            </a:lvl4pPr>
            <a:lvl5pPr marL="2000250" indent="-171450">
              <a:lnSpc>
                <a:spcPts val="3000"/>
              </a:lnSpc>
              <a:spcBef>
                <a:spcPts val="2800"/>
              </a:spcBef>
              <a:buFont typeface="Wingdings 3" panose="05040102010807070707" pitchFamily="18" charset="2"/>
              <a:buChar char="u"/>
              <a:defRPr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6FD763C-F852-5912-832E-36897F8724F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CDF790A-BE20-4B91-3E2A-684AF14B98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BA300139-9769-561C-12A0-4A466D0741A2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88FD4BCE-35F6-425E-BEE7-07902E8BBFFC}" type="datetimeFigureOut">
              <a:rPr lang="en-US" smtClean="0"/>
              <a:pPr/>
              <a:t>5/29/2026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F4BEE22E-6B38-F772-940C-BDD74D402C1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079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94944"/>
            <a:ext cx="5880629" cy="1690444"/>
          </a:xfrm>
        </p:spPr>
        <p:txBody>
          <a:bodyPr lIns="0" tIns="0" rIns="0" bIns="0">
            <a:noAutofit/>
          </a:bodyPr>
          <a:lstStyle>
            <a:lvl1pPr>
              <a:lnSpc>
                <a:spcPts val="45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70D09E7E-72DE-59AE-3220-C9E02D690C97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677334" y="2476239"/>
            <a:ext cx="5880629" cy="3237948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1AD12D1E-D950-DF90-FC1D-F9BFC8962A8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018338" y="0"/>
            <a:ext cx="5173662" cy="6858000"/>
          </a:xfrm>
          <a:custGeom>
            <a:avLst/>
            <a:gdLst>
              <a:gd name="connsiteX0" fmla="*/ 3805872 w 5173662"/>
              <a:gd name="connsiteY0" fmla="*/ 690240 h 6858000"/>
              <a:gd name="connsiteX1" fmla="*/ 3805872 w 5173662"/>
              <a:gd name="connsiteY1" fmla="*/ 818256 h 6858000"/>
              <a:gd name="connsiteX2" fmla="*/ 4262100 w 5173662"/>
              <a:gd name="connsiteY2" fmla="*/ 818256 h 6858000"/>
              <a:gd name="connsiteX3" fmla="*/ 3729696 w 5173662"/>
              <a:gd name="connsiteY3" fmla="*/ 1350660 h 6858000"/>
              <a:gd name="connsiteX4" fmla="*/ 3820217 w 5173662"/>
              <a:gd name="connsiteY4" fmla="*/ 1441181 h 6858000"/>
              <a:gd name="connsiteX5" fmla="*/ 4360085 w 5173662"/>
              <a:gd name="connsiteY5" fmla="*/ 901313 h 6858000"/>
              <a:gd name="connsiteX6" fmla="*/ 4360085 w 5173662"/>
              <a:gd name="connsiteY6" fmla="*/ 1365882 h 6858000"/>
              <a:gd name="connsiteX7" fmla="*/ 4488101 w 5173662"/>
              <a:gd name="connsiteY7" fmla="*/ 1365882 h 6858000"/>
              <a:gd name="connsiteX8" fmla="*/ 4488101 w 5173662"/>
              <a:gd name="connsiteY8" fmla="*/ 818256 h 6858000"/>
              <a:gd name="connsiteX9" fmla="*/ 4488102 w 5173662"/>
              <a:gd name="connsiteY9" fmla="*/ 818256 h 6858000"/>
              <a:gd name="connsiteX10" fmla="*/ 4488102 w 5173662"/>
              <a:gd name="connsiteY10" fmla="*/ 690240 h 6858000"/>
              <a:gd name="connsiteX11" fmla="*/ 4488101 w 5173662"/>
              <a:gd name="connsiteY11" fmla="*/ 690240 h 6858000"/>
              <a:gd name="connsiteX12" fmla="*/ 4360085 w 5173662"/>
              <a:gd name="connsiteY12" fmla="*/ 690240 h 6858000"/>
              <a:gd name="connsiteX13" fmla="*/ 0 w 5173662"/>
              <a:gd name="connsiteY13" fmla="*/ 0 h 6858000"/>
              <a:gd name="connsiteX14" fmla="*/ 5173662 w 5173662"/>
              <a:gd name="connsiteY14" fmla="*/ 0 h 6858000"/>
              <a:gd name="connsiteX15" fmla="*/ 5173662 w 5173662"/>
              <a:gd name="connsiteY15" fmla="*/ 6858000 h 6858000"/>
              <a:gd name="connsiteX16" fmla="*/ 0 w 5173662"/>
              <a:gd name="connsiteY1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5173662" h="6858000">
                <a:moveTo>
                  <a:pt x="3805872" y="690240"/>
                </a:moveTo>
                <a:lnTo>
                  <a:pt x="3805872" y="818256"/>
                </a:lnTo>
                <a:lnTo>
                  <a:pt x="4262100" y="818256"/>
                </a:lnTo>
                <a:lnTo>
                  <a:pt x="3729696" y="1350660"/>
                </a:lnTo>
                <a:lnTo>
                  <a:pt x="3820217" y="1441181"/>
                </a:lnTo>
                <a:lnTo>
                  <a:pt x="4360085" y="901313"/>
                </a:lnTo>
                <a:lnTo>
                  <a:pt x="4360085" y="1365882"/>
                </a:lnTo>
                <a:lnTo>
                  <a:pt x="4488101" y="1365882"/>
                </a:lnTo>
                <a:lnTo>
                  <a:pt x="4488101" y="818256"/>
                </a:lnTo>
                <a:lnTo>
                  <a:pt x="4488102" y="818256"/>
                </a:lnTo>
                <a:lnTo>
                  <a:pt x="4488102" y="690240"/>
                </a:lnTo>
                <a:lnTo>
                  <a:pt x="4488101" y="690240"/>
                </a:lnTo>
                <a:lnTo>
                  <a:pt x="4360085" y="690240"/>
                </a:lnTo>
                <a:close/>
                <a:moveTo>
                  <a:pt x="0" y="0"/>
                </a:moveTo>
                <a:lnTo>
                  <a:pt x="5173662" y="0"/>
                </a:lnTo>
                <a:lnTo>
                  <a:pt x="5173662" y="6858000"/>
                </a:lnTo>
                <a:lnTo>
                  <a:pt x="0" y="685800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6FD763C-F852-5912-832E-36897F8724F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CDF790A-BE20-4B91-3E2A-684AF14B98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E6EFE9-69CE-71E1-5B5B-E344DFB9DFFC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88FD4BCE-35F6-425E-BEE7-07902E8BBFFC}" type="datetimeFigureOut">
              <a:rPr lang="en-US" smtClean="0"/>
              <a:pPr/>
              <a:t>5/29/2026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0CF949-C78F-45EC-4CDE-5D1B002F007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71514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DF10B5E-BE44-608A-DE4B-D90C921A83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5185458" cy="685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77334" y="694944"/>
            <a:ext cx="3789177" cy="4572000"/>
          </a:xfrm>
        </p:spPr>
        <p:txBody>
          <a:bodyPr lIns="0" tIns="0" rIns="0" bIns="0">
            <a:noAutofit/>
          </a:bodyPr>
          <a:lstStyle>
            <a:lvl1pPr>
              <a:lnSpc>
                <a:spcPts val="4500"/>
              </a:lnSpc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753101" y="862641"/>
            <a:ext cx="4339805" cy="2566357"/>
          </a:xfrm>
        </p:spPr>
        <p:txBody>
          <a:bodyPr lIns="0" tIns="0" rIns="0" bIns="0" anchor="t" anchorCtr="0"/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/>
            </a:lvl1pPr>
            <a:lvl2pPr marL="742950" indent="-285750">
              <a:lnSpc>
                <a:spcPct val="100000"/>
              </a:lnSpc>
              <a:spcBef>
                <a:spcPts val="1000"/>
              </a:spcBef>
              <a:buFont typeface="Wingdings 3" panose="05040102010807070707" pitchFamily="18" charset="2"/>
              <a:buChar char="u"/>
              <a:defRPr/>
            </a:lvl2pPr>
            <a:lvl3pPr marL="1200150" indent="-285750">
              <a:lnSpc>
                <a:spcPct val="100000"/>
              </a:lnSpc>
              <a:spcBef>
                <a:spcPts val="1000"/>
              </a:spcBef>
              <a:buFont typeface="Wingdings 3" panose="05040102010807070707" pitchFamily="18" charset="2"/>
              <a:buChar char="u"/>
              <a:defRPr/>
            </a:lvl3pPr>
            <a:lvl4pPr marL="1543050" indent="-171450">
              <a:lnSpc>
                <a:spcPct val="100000"/>
              </a:lnSpc>
              <a:spcBef>
                <a:spcPts val="1000"/>
              </a:spcBef>
              <a:buFont typeface="Wingdings 3" panose="05040102010807070707" pitchFamily="18" charset="2"/>
              <a:buChar char="u"/>
              <a:defRPr/>
            </a:lvl4pPr>
            <a:lvl5pPr marL="2000250" indent="-171450">
              <a:lnSpc>
                <a:spcPct val="100000"/>
              </a:lnSpc>
              <a:spcBef>
                <a:spcPts val="1000"/>
              </a:spcBef>
              <a:buFont typeface="Wingdings 3" panose="05040102010807070707" pitchFamily="18" charset="2"/>
              <a:buChar char="u"/>
              <a:defRPr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9E1EFA6-BBF1-0CF2-B2A5-354FA4442608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5753101" y="3657818"/>
            <a:ext cx="4339805" cy="2734053"/>
          </a:xfrm>
        </p:spPr>
        <p:txBody>
          <a:bodyPr lIns="0" tIns="0" rIns="0" bIns="0" anchor="t" anchorCtr="0"/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/>
            </a:lvl1pPr>
            <a:lvl2pPr marL="742950" indent="-285750">
              <a:lnSpc>
                <a:spcPct val="100000"/>
              </a:lnSpc>
              <a:spcBef>
                <a:spcPts val="1000"/>
              </a:spcBef>
              <a:buFont typeface="Wingdings 3" panose="05040102010807070707" pitchFamily="18" charset="2"/>
              <a:buChar char="u"/>
              <a:defRPr/>
            </a:lvl2pPr>
            <a:lvl3pPr marL="1200150" indent="-285750">
              <a:lnSpc>
                <a:spcPct val="100000"/>
              </a:lnSpc>
              <a:spcBef>
                <a:spcPts val="1000"/>
              </a:spcBef>
              <a:buFont typeface="Wingdings 3" panose="05040102010807070707" pitchFamily="18" charset="2"/>
              <a:buChar char="u"/>
              <a:defRPr/>
            </a:lvl3pPr>
            <a:lvl4pPr marL="1543050" indent="-171450">
              <a:lnSpc>
                <a:spcPct val="100000"/>
              </a:lnSpc>
              <a:spcBef>
                <a:spcPts val="1000"/>
              </a:spcBef>
              <a:buFont typeface="Wingdings 3" panose="05040102010807070707" pitchFamily="18" charset="2"/>
              <a:buChar char="u"/>
              <a:defRPr/>
            </a:lvl4pPr>
            <a:lvl5pPr marL="2000250" indent="-171450">
              <a:lnSpc>
                <a:spcPct val="100000"/>
              </a:lnSpc>
              <a:spcBef>
                <a:spcPts val="1000"/>
              </a:spcBef>
              <a:buFont typeface="Wingdings 3" panose="05040102010807070707" pitchFamily="18" charset="2"/>
              <a:buChar char="u"/>
              <a:defRPr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6FD763C-F852-5912-832E-36897F8724F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CDF790A-BE20-4B91-3E2A-684AF14B98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F8106A4-B5DE-575D-F7FC-30617899BB50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88FD4BCE-35F6-425E-BEE7-07902E8BBFFC}" type="datetimeFigureOut">
              <a:rPr lang="en-US" smtClean="0"/>
              <a:pPr/>
              <a:t>5/29/2026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D562560-6E8E-BE71-34A7-27F566AA4B3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24036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77334" y="694945"/>
            <a:ext cx="10058400" cy="1280160"/>
          </a:xfrm>
        </p:spPr>
        <p:txBody>
          <a:bodyPr lIns="0" tIns="0" rIns="0" bIns="91440">
            <a:noAutofit/>
          </a:bodyPr>
          <a:lstStyle>
            <a:lvl1pPr>
              <a:lnSpc>
                <a:spcPts val="4500"/>
              </a:lnSpc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6C166B37-A875-10F1-3052-1F5C0DBA005F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86741" y="2140864"/>
            <a:ext cx="3797114" cy="3494753"/>
          </a:xfrm>
        </p:spPr>
        <p:txBody>
          <a:bodyPr lIns="91440">
            <a:normAutofit/>
          </a:bodyPr>
          <a:lstStyle>
            <a:lvl1pPr>
              <a:spcBef>
                <a:spcPts val="2800"/>
              </a:spcBef>
              <a:defRPr sz="2400"/>
            </a:lvl1pPr>
            <a:lvl2pPr>
              <a:spcBef>
                <a:spcPts val="2800"/>
              </a:spcBef>
              <a:defRPr sz="2000"/>
            </a:lvl2pPr>
            <a:lvl3pPr>
              <a:spcBef>
                <a:spcPts val="2800"/>
              </a:spcBef>
              <a:defRPr sz="1800"/>
            </a:lvl3pPr>
            <a:lvl4pPr>
              <a:spcBef>
                <a:spcPts val="2800"/>
              </a:spcBef>
              <a:defRPr sz="1600"/>
            </a:lvl4pPr>
            <a:lvl5pPr>
              <a:spcBef>
                <a:spcPts val="2800"/>
              </a:spcBef>
              <a:defRPr sz="16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Table Placeholder 11">
            <a:extLst>
              <a:ext uri="{FF2B5EF4-FFF2-40B4-BE49-F238E27FC236}">
                <a16:creationId xmlns:a16="http://schemas.microsoft.com/office/drawing/2014/main" id="{16CC85AA-22A1-34BB-C21E-8EEC11334A98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5054600" y="2103438"/>
            <a:ext cx="6451600" cy="3532187"/>
          </a:xfr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CDF790A-BE20-4B91-3E2A-684AF14B98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6FD763C-F852-5912-832E-36897F8724F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solidFill>
            <a:schemeClr val="accent1">
              <a:lumMod val="60000"/>
              <a:lumOff val="40000"/>
            </a:schemeClr>
          </a:solidFill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016CDA2-E91D-329D-7637-2B7A71AB4DE7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88FD4BCE-35F6-425E-BEE7-07902E8BBFFC}" type="datetimeFigureOut">
              <a:rPr lang="en-US" smtClean="0"/>
              <a:pPr/>
              <a:t>5/29/2026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DC0597-1B00-EE50-9A1B-7B2CD5D3EEA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13053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77334" y="694945"/>
            <a:ext cx="10058400" cy="1280160"/>
          </a:xfrm>
        </p:spPr>
        <p:txBody>
          <a:bodyPr lIns="0" tIns="0" rIns="0" bIns="91440">
            <a:noAutofit/>
          </a:bodyPr>
          <a:lstStyle>
            <a:lvl1pPr>
              <a:lnSpc>
                <a:spcPts val="4500"/>
              </a:lnSpc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FDB2F69B-2054-2B19-B5CA-CB02C02F9006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685800" y="2103438"/>
            <a:ext cx="10820400" cy="3702050"/>
          </a:xfr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6FD763C-F852-5912-832E-36897F8724F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solidFill>
            <a:schemeClr val="accent1">
              <a:lumMod val="60000"/>
              <a:lumOff val="40000"/>
            </a:schemeClr>
          </a:solidFill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CDF790A-BE20-4B91-3E2A-684AF14B98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5CD5D5A-0193-F076-B3BC-8B80744EFDC4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88FD4BCE-35F6-425E-BEE7-07902E8BBFFC}" type="datetimeFigureOut">
              <a:rPr lang="en-US" smtClean="0"/>
              <a:pPr/>
              <a:t>5/29/2026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04FF8D-2D04-5E87-990C-B171F1B47A9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63747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nd Imag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>
            <a:extLst>
              <a:ext uri="{FF2B5EF4-FFF2-40B4-BE49-F238E27FC236}">
                <a16:creationId xmlns:a16="http://schemas.microsoft.com/office/drawing/2014/main" id="{FB062180-6901-78B5-8F7B-76665DF860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4074761" y="-551669"/>
            <a:ext cx="4042479" cy="5145816"/>
          </a:xfrm>
          <a:custGeom>
            <a:avLst/>
            <a:gdLst>
              <a:gd name="connsiteX0" fmla="*/ 0 w 4042479"/>
              <a:gd name="connsiteY0" fmla="*/ 4683197 h 5145816"/>
              <a:gd name="connsiteX1" fmla="*/ 0 w 4042479"/>
              <a:gd name="connsiteY1" fmla="*/ 462619 h 5145816"/>
              <a:gd name="connsiteX2" fmla="*/ 31034 w 4042479"/>
              <a:gd name="connsiteY2" fmla="*/ 439413 h 5145816"/>
              <a:gd name="connsiteX3" fmla="*/ 1469571 w 4042479"/>
              <a:gd name="connsiteY3" fmla="*/ 0 h 5145816"/>
              <a:gd name="connsiteX4" fmla="*/ 4042479 w 4042479"/>
              <a:gd name="connsiteY4" fmla="*/ 2572908 h 5145816"/>
              <a:gd name="connsiteX5" fmla="*/ 1469571 w 4042479"/>
              <a:gd name="connsiteY5" fmla="*/ 5145816 h 5145816"/>
              <a:gd name="connsiteX6" fmla="*/ 31034 w 4042479"/>
              <a:gd name="connsiteY6" fmla="*/ 4706404 h 51458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42479" h="5145816">
                <a:moveTo>
                  <a:pt x="0" y="4683197"/>
                </a:moveTo>
                <a:lnTo>
                  <a:pt x="0" y="462619"/>
                </a:lnTo>
                <a:lnTo>
                  <a:pt x="31034" y="439413"/>
                </a:lnTo>
                <a:cubicBezTo>
                  <a:pt x="441673" y="161990"/>
                  <a:pt x="936704" y="0"/>
                  <a:pt x="1469571" y="0"/>
                </a:cubicBezTo>
                <a:cubicBezTo>
                  <a:pt x="2890549" y="0"/>
                  <a:pt x="4042479" y="1151930"/>
                  <a:pt x="4042479" y="2572908"/>
                </a:cubicBezTo>
                <a:cubicBezTo>
                  <a:pt x="4042479" y="3993886"/>
                  <a:pt x="2890549" y="5145816"/>
                  <a:pt x="1469571" y="5145816"/>
                </a:cubicBezTo>
                <a:cubicBezTo>
                  <a:pt x="936704" y="5145816"/>
                  <a:pt x="441672" y="4983826"/>
                  <a:pt x="31034" y="4706404"/>
                </a:cubicBezTo>
                <a:close/>
              </a:path>
            </a:pathLst>
          </a:cu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4E5909B6-3BD3-89A6-C532-2485920A25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4074762" y="2263853"/>
            <a:ext cx="4042477" cy="5145816"/>
          </a:xfrm>
          <a:custGeom>
            <a:avLst/>
            <a:gdLst>
              <a:gd name="connsiteX0" fmla="*/ 0 w 4042477"/>
              <a:gd name="connsiteY0" fmla="*/ 2572908 h 5145816"/>
              <a:gd name="connsiteX1" fmla="*/ 2572908 w 4042477"/>
              <a:gd name="connsiteY1" fmla="*/ 0 h 5145816"/>
              <a:gd name="connsiteX2" fmla="*/ 4011446 w 4042477"/>
              <a:gd name="connsiteY2" fmla="*/ 439412 h 5145816"/>
              <a:gd name="connsiteX3" fmla="*/ 4042477 w 4042477"/>
              <a:gd name="connsiteY3" fmla="*/ 462617 h 5145816"/>
              <a:gd name="connsiteX4" fmla="*/ 4042477 w 4042477"/>
              <a:gd name="connsiteY4" fmla="*/ 4683199 h 5145816"/>
              <a:gd name="connsiteX5" fmla="*/ 4011445 w 4042477"/>
              <a:gd name="connsiteY5" fmla="*/ 4706404 h 5145816"/>
              <a:gd name="connsiteX6" fmla="*/ 2572908 w 4042477"/>
              <a:gd name="connsiteY6" fmla="*/ 5145816 h 5145816"/>
              <a:gd name="connsiteX7" fmla="*/ 0 w 4042477"/>
              <a:gd name="connsiteY7" fmla="*/ 2572908 h 51458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042477" h="5145816">
                <a:moveTo>
                  <a:pt x="0" y="2572908"/>
                </a:moveTo>
                <a:cubicBezTo>
                  <a:pt x="0" y="1151930"/>
                  <a:pt x="1151930" y="0"/>
                  <a:pt x="2572908" y="0"/>
                </a:cubicBezTo>
                <a:cubicBezTo>
                  <a:pt x="3105775" y="0"/>
                  <a:pt x="3600807" y="161990"/>
                  <a:pt x="4011446" y="439412"/>
                </a:cubicBezTo>
                <a:lnTo>
                  <a:pt x="4042477" y="462617"/>
                </a:lnTo>
                <a:lnTo>
                  <a:pt x="4042477" y="4683199"/>
                </a:lnTo>
                <a:lnTo>
                  <a:pt x="4011445" y="4706404"/>
                </a:lnTo>
                <a:cubicBezTo>
                  <a:pt x="3600806" y="4983826"/>
                  <a:pt x="3105775" y="5145816"/>
                  <a:pt x="2572908" y="5145816"/>
                </a:cubicBezTo>
                <a:cubicBezTo>
                  <a:pt x="1151930" y="5145816"/>
                  <a:pt x="0" y="3993886"/>
                  <a:pt x="0" y="2572908"/>
                </a:cubicBez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D1324873-CBF5-A3C4-2FED-7A74AB0304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5482522" y="1763840"/>
            <a:ext cx="1226956" cy="3330322"/>
          </a:xfrm>
          <a:custGeom>
            <a:avLst/>
            <a:gdLst>
              <a:gd name="connsiteX0" fmla="*/ 656451 w 1312902"/>
              <a:gd name="connsiteY0" fmla="*/ 0 h 3563605"/>
              <a:gd name="connsiteX1" fmla="*/ 684220 w 1312902"/>
              <a:gd name="connsiteY1" fmla="*/ 30553 h 3563605"/>
              <a:gd name="connsiteX2" fmla="*/ 1312902 w 1312902"/>
              <a:gd name="connsiteY2" fmla="*/ 1781802 h 3563605"/>
              <a:gd name="connsiteX3" fmla="*/ 684220 w 1312902"/>
              <a:gd name="connsiteY3" fmla="*/ 3533052 h 3563605"/>
              <a:gd name="connsiteX4" fmla="*/ 656451 w 1312902"/>
              <a:gd name="connsiteY4" fmla="*/ 3563605 h 3563605"/>
              <a:gd name="connsiteX5" fmla="*/ 628683 w 1312902"/>
              <a:gd name="connsiteY5" fmla="*/ 3533052 h 3563605"/>
              <a:gd name="connsiteX6" fmla="*/ 0 w 1312902"/>
              <a:gd name="connsiteY6" fmla="*/ 1781802 h 3563605"/>
              <a:gd name="connsiteX7" fmla="*/ 628683 w 1312902"/>
              <a:gd name="connsiteY7" fmla="*/ 30553 h 3563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312902" h="3563605">
                <a:moveTo>
                  <a:pt x="656451" y="0"/>
                </a:moveTo>
                <a:lnTo>
                  <a:pt x="684220" y="30553"/>
                </a:lnTo>
                <a:cubicBezTo>
                  <a:pt x="1076971" y="506457"/>
                  <a:pt x="1312902" y="1116577"/>
                  <a:pt x="1312902" y="1781802"/>
                </a:cubicBezTo>
                <a:cubicBezTo>
                  <a:pt x="1312902" y="2447027"/>
                  <a:pt x="1076971" y="3057147"/>
                  <a:pt x="684220" y="3533052"/>
                </a:cubicBezTo>
                <a:lnTo>
                  <a:pt x="656451" y="3563605"/>
                </a:lnTo>
                <a:lnTo>
                  <a:pt x="628683" y="3533052"/>
                </a:lnTo>
                <a:cubicBezTo>
                  <a:pt x="235932" y="3057147"/>
                  <a:pt x="0" y="2447027"/>
                  <a:pt x="0" y="1781802"/>
                </a:cubicBezTo>
                <a:cubicBezTo>
                  <a:pt x="0" y="1116577"/>
                  <a:pt x="235932" y="506457"/>
                  <a:pt x="628683" y="30553"/>
                </a:cubicBez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5D51DDB-9673-3EB3-5A4C-FC9A8E5EB2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0830496" y="760864"/>
            <a:ext cx="602728" cy="596004"/>
            <a:chOff x="11118823" y="513726"/>
            <a:chExt cx="602728" cy="596004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BC1B833-D0D3-F240-EFE9-6CA718F4FC37}"/>
                </a:ext>
              </a:extLst>
            </p:cNvPr>
            <p:cNvCxnSpPr>
              <a:cxnSpLocks/>
            </p:cNvCxnSpPr>
            <p:nvPr/>
          </p:nvCxnSpPr>
          <p:spPr>
            <a:xfrm>
              <a:off x="11165541" y="513726"/>
              <a:ext cx="549286" cy="0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57E45EA-B5EA-7651-5C44-B45F5739233C}"/>
                </a:ext>
              </a:extLst>
            </p:cNvPr>
            <p:cNvCxnSpPr>
              <a:cxnSpLocks/>
            </p:cNvCxnSpPr>
            <p:nvPr/>
          </p:nvCxnSpPr>
          <p:spPr>
            <a:xfrm>
              <a:off x="11721551" y="513726"/>
              <a:ext cx="0" cy="544109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2C7A966-3CEC-757D-106F-9E4061AA39B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18823" y="570368"/>
              <a:ext cx="539362" cy="539362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5B6928-C16A-14F7-594D-C117C2FFA2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824273D7-57D0-754C-B3BD-00D85865C8D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523091" y="3427812"/>
            <a:ext cx="5143494" cy="3430188"/>
          </a:xfrm>
          <a:custGeom>
            <a:avLst/>
            <a:gdLst>
              <a:gd name="connsiteX0" fmla="*/ 922627 w 5143494"/>
              <a:gd name="connsiteY0" fmla="*/ 0 h 3430188"/>
              <a:gd name="connsiteX1" fmla="*/ 955285 w 5143494"/>
              <a:gd name="connsiteY1" fmla="*/ 29682 h 3430188"/>
              <a:gd name="connsiteX2" fmla="*/ 2591894 w 5143494"/>
              <a:gd name="connsiteY2" fmla="*/ 617209 h 3430188"/>
              <a:gd name="connsiteX3" fmla="*/ 4228502 w 5143494"/>
              <a:gd name="connsiteY3" fmla="*/ 29682 h 3430188"/>
              <a:gd name="connsiteX4" fmla="*/ 4240798 w 5143494"/>
              <a:gd name="connsiteY4" fmla="*/ 18506 h 3430188"/>
              <a:gd name="connsiteX5" fmla="*/ 4390247 w 5143494"/>
              <a:gd name="connsiteY5" fmla="*/ 157278 h 3430188"/>
              <a:gd name="connsiteX6" fmla="*/ 5143494 w 5143494"/>
              <a:gd name="connsiteY6" fmla="*/ 2015180 h 3430188"/>
              <a:gd name="connsiteX7" fmla="*/ 4833098 w 5143494"/>
              <a:gd name="connsiteY7" fmla="*/ 3267589 h 3430188"/>
              <a:gd name="connsiteX8" fmla="*/ 4736412 w 5143494"/>
              <a:gd name="connsiteY8" fmla="*/ 3430188 h 3430188"/>
              <a:gd name="connsiteX9" fmla="*/ 407083 w 5143494"/>
              <a:gd name="connsiteY9" fmla="*/ 3430188 h 3430188"/>
              <a:gd name="connsiteX10" fmla="*/ 310396 w 5143494"/>
              <a:gd name="connsiteY10" fmla="*/ 3267589 h 3430188"/>
              <a:gd name="connsiteX11" fmla="*/ 0 w 5143494"/>
              <a:gd name="connsiteY11" fmla="*/ 2015180 h 3430188"/>
              <a:gd name="connsiteX12" fmla="*/ 753247 w 5143494"/>
              <a:gd name="connsiteY12" fmla="*/ 157278 h 3430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5143494" h="3430188">
                <a:moveTo>
                  <a:pt x="922627" y="0"/>
                </a:moveTo>
                <a:lnTo>
                  <a:pt x="955285" y="29682"/>
                </a:lnTo>
                <a:cubicBezTo>
                  <a:pt x="1400036" y="396722"/>
                  <a:pt x="1970216" y="617209"/>
                  <a:pt x="2591894" y="617209"/>
                </a:cubicBezTo>
                <a:cubicBezTo>
                  <a:pt x="3213572" y="617209"/>
                  <a:pt x="3783752" y="396722"/>
                  <a:pt x="4228502" y="29682"/>
                </a:cubicBezTo>
                <a:lnTo>
                  <a:pt x="4240798" y="18506"/>
                </a:lnTo>
                <a:lnTo>
                  <a:pt x="4390247" y="157278"/>
                </a:lnTo>
                <a:cubicBezTo>
                  <a:pt x="4855642" y="632756"/>
                  <a:pt x="5143494" y="1289624"/>
                  <a:pt x="5143494" y="2015180"/>
                </a:cubicBezTo>
                <a:cubicBezTo>
                  <a:pt x="5143494" y="2468653"/>
                  <a:pt x="5031052" y="2895294"/>
                  <a:pt x="4833098" y="3267589"/>
                </a:cubicBezTo>
                <a:lnTo>
                  <a:pt x="4736412" y="3430188"/>
                </a:lnTo>
                <a:lnTo>
                  <a:pt x="407083" y="3430188"/>
                </a:lnTo>
                <a:lnTo>
                  <a:pt x="310396" y="3267589"/>
                </a:lnTo>
                <a:cubicBezTo>
                  <a:pt x="112443" y="2895294"/>
                  <a:pt x="0" y="2468653"/>
                  <a:pt x="0" y="2015180"/>
                </a:cubicBezTo>
                <a:cubicBezTo>
                  <a:pt x="0" y="1289624"/>
                  <a:pt x="287853" y="632756"/>
                  <a:pt x="753247" y="157278"/>
                </a:cubicBezTo>
                <a:close/>
              </a:path>
            </a:pathLst>
          </a:custGeom>
          <a:noFill/>
        </p:spPr>
        <p:txBody>
          <a:bodyPr wrap="square" tIns="91440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799" y="685798"/>
            <a:ext cx="10058400" cy="3266440"/>
          </a:xfrm>
        </p:spPr>
        <p:txBody>
          <a:bodyPr lIns="0" tIns="0" rIns="0" bIns="0" anchor="t" anchorCtr="0">
            <a:noAutofit/>
          </a:bodyPr>
          <a:lstStyle>
            <a:lvl1pPr algn="l">
              <a:lnSpc>
                <a:spcPct val="100000"/>
              </a:lnSpc>
              <a:defRPr sz="7500" b="1" cap="none" spc="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9848672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raphic 6">
            <a:extLst>
              <a:ext uri="{FF2B5EF4-FFF2-40B4-BE49-F238E27FC236}">
                <a16:creationId xmlns:a16="http://schemas.microsoft.com/office/drawing/2014/main" id="{BB199B51-3DFF-3DF2-E402-55A5DA84946E}"/>
              </a:ext>
            </a:extLst>
          </p:cNvPr>
          <p:cNvSpPr/>
          <p:nvPr userDrawn="1"/>
        </p:nvSpPr>
        <p:spPr>
          <a:xfrm>
            <a:off x="7010400" y="0"/>
            <a:ext cx="5175265" cy="6859269"/>
          </a:xfrm>
          <a:custGeom>
            <a:avLst/>
            <a:gdLst>
              <a:gd name="connsiteX0" fmla="*/ 0 w 5175265"/>
              <a:gd name="connsiteY0" fmla="*/ 0 h 6859269"/>
              <a:gd name="connsiteX1" fmla="*/ 0 w 5175265"/>
              <a:gd name="connsiteY1" fmla="*/ 6407150 h 6859269"/>
              <a:gd name="connsiteX2" fmla="*/ 4494943 w 5175265"/>
              <a:gd name="connsiteY2" fmla="*/ 6407150 h 6859269"/>
              <a:gd name="connsiteX3" fmla="*/ 4505078 w 5175265"/>
              <a:gd name="connsiteY3" fmla="*/ 6417310 h 6859269"/>
              <a:gd name="connsiteX4" fmla="*/ 4494943 w 5175265"/>
              <a:gd name="connsiteY4" fmla="*/ 6427470 h 6859269"/>
              <a:gd name="connsiteX5" fmla="*/ 0 w 5175265"/>
              <a:gd name="connsiteY5" fmla="*/ 6427470 h 6859269"/>
              <a:gd name="connsiteX6" fmla="*/ 0 w 5175265"/>
              <a:gd name="connsiteY6" fmla="*/ 6859270 h 6859269"/>
              <a:gd name="connsiteX7" fmla="*/ 5175266 w 5175265"/>
              <a:gd name="connsiteY7" fmla="*/ 6859270 h 6859269"/>
              <a:gd name="connsiteX8" fmla="*/ 5175266 w 5175265"/>
              <a:gd name="connsiteY8" fmla="*/ 0 h 6859269"/>
              <a:gd name="connsiteX9" fmla="*/ 0 w 5175265"/>
              <a:gd name="connsiteY9" fmla="*/ 0 h 6859269"/>
              <a:gd name="connsiteX10" fmla="*/ 4491143 w 5175265"/>
              <a:gd name="connsiteY10" fmla="*/ 1362710 h 6859269"/>
              <a:gd name="connsiteX11" fmla="*/ 4364453 w 5175265"/>
              <a:gd name="connsiteY11" fmla="*/ 1362710 h 6859269"/>
              <a:gd name="connsiteX12" fmla="*/ 4364453 w 5175265"/>
              <a:gd name="connsiteY12" fmla="*/ 895350 h 6859269"/>
              <a:gd name="connsiteX13" fmla="*/ 3826023 w 5175265"/>
              <a:gd name="connsiteY13" fmla="*/ 1435100 h 6859269"/>
              <a:gd name="connsiteX14" fmla="*/ 3736073 w 5175265"/>
              <a:gd name="connsiteY14" fmla="*/ 1344930 h 6859269"/>
              <a:gd name="connsiteX15" fmla="*/ 4261835 w 5175265"/>
              <a:gd name="connsiteY15" fmla="*/ 817880 h 6859269"/>
              <a:gd name="connsiteX16" fmla="*/ 3807019 w 5175265"/>
              <a:gd name="connsiteY16" fmla="*/ 817880 h 6859269"/>
              <a:gd name="connsiteX17" fmla="*/ 3807019 w 5175265"/>
              <a:gd name="connsiteY17" fmla="*/ 690880 h 6859269"/>
              <a:gd name="connsiteX18" fmla="*/ 4364453 w 5175265"/>
              <a:gd name="connsiteY18" fmla="*/ 690880 h 6859269"/>
              <a:gd name="connsiteX19" fmla="*/ 4482274 w 5175265"/>
              <a:gd name="connsiteY19" fmla="*/ 690880 h 6859269"/>
              <a:gd name="connsiteX20" fmla="*/ 4491143 w 5175265"/>
              <a:gd name="connsiteY20" fmla="*/ 690880 h 6859269"/>
              <a:gd name="connsiteX21" fmla="*/ 4491143 w 5175265"/>
              <a:gd name="connsiteY21" fmla="*/ 1362710 h 68592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5175265" h="6859269">
                <a:moveTo>
                  <a:pt x="0" y="0"/>
                </a:moveTo>
                <a:lnTo>
                  <a:pt x="0" y="6407150"/>
                </a:lnTo>
                <a:lnTo>
                  <a:pt x="4494943" y="6407150"/>
                </a:lnTo>
                <a:cubicBezTo>
                  <a:pt x="4500011" y="6407150"/>
                  <a:pt x="4505078" y="6410960"/>
                  <a:pt x="4505078" y="6417310"/>
                </a:cubicBezTo>
                <a:cubicBezTo>
                  <a:pt x="4505078" y="6423660"/>
                  <a:pt x="4501278" y="6427470"/>
                  <a:pt x="4494943" y="6427470"/>
                </a:cubicBezTo>
                <a:lnTo>
                  <a:pt x="0" y="6427470"/>
                </a:lnTo>
                <a:lnTo>
                  <a:pt x="0" y="6859270"/>
                </a:lnTo>
                <a:lnTo>
                  <a:pt x="5175266" y="6859270"/>
                </a:lnTo>
                <a:lnTo>
                  <a:pt x="5175266" y="0"/>
                </a:lnTo>
                <a:lnTo>
                  <a:pt x="0" y="0"/>
                </a:lnTo>
                <a:close/>
                <a:moveTo>
                  <a:pt x="4491143" y="1362710"/>
                </a:moveTo>
                <a:lnTo>
                  <a:pt x="4364453" y="1362710"/>
                </a:lnTo>
                <a:lnTo>
                  <a:pt x="4364453" y="895350"/>
                </a:lnTo>
                <a:lnTo>
                  <a:pt x="3826023" y="1435100"/>
                </a:lnTo>
                <a:lnTo>
                  <a:pt x="3736073" y="1344930"/>
                </a:lnTo>
                <a:lnTo>
                  <a:pt x="4261835" y="817880"/>
                </a:lnTo>
                <a:lnTo>
                  <a:pt x="3807019" y="817880"/>
                </a:lnTo>
                <a:lnTo>
                  <a:pt x="3807019" y="690880"/>
                </a:lnTo>
                <a:lnTo>
                  <a:pt x="4364453" y="690880"/>
                </a:lnTo>
                <a:lnTo>
                  <a:pt x="4482274" y="690880"/>
                </a:lnTo>
                <a:lnTo>
                  <a:pt x="4491143" y="690880"/>
                </a:lnTo>
                <a:lnTo>
                  <a:pt x="4491143" y="136271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 w="1266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77334" y="694944"/>
            <a:ext cx="9584266" cy="1387852"/>
          </a:xfrm>
        </p:spPr>
        <p:txBody>
          <a:bodyPr lIns="0" tIns="0" rIns="457200" bIns="0">
            <a:noAutofit/>
          </a:bodyPr>
          <a:lstStyle>
            <a:lvl1pPr>
              <a:lnSpc>
                <a:spcPts val="4500"/>
              </a:lnSpc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4F37D59-BF08-6CEE-197E-A579E47015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7BC225B1-A420-C658-9FD7-067B9FEFF74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77334" y="2552698"/>
            <a:ext cx="5964766" cy="3083217"/>
          </a:xfrm>
        </p:spPr>
        <p:txBody>
          <a:bodyPr lIns="91440">
            <a:noAutofit/>
          </a:bodyPr>
          <a:lstStyle>
            <a:lvl1pPr marL="457200" indent="-457200">
              <a:spcBef>
                <a:spcPts val="1600"/>
              </a:spcBef>
              <a:buSzPct val="100000"/>
              <a:buFont typeface="+mj-lt"/>
              <a:buAutoNum type="arabicPeriod"/>
              <a:defRPr sz="1800"/>
            </a:lvl1pPr>
            <a:lvl2pPr marL="800100" indent="-342900">
              <a:spcBef>
                <a:spcPts val="1600"/>
              </a:spcBef>
              <a:buSzPct val="100000"/>
              <a:buFont typeface="+mj-lt"/>
              <a:buAutoNum type="alphaLcPeriod"/>
              <a:defRPr sz="1600"/>
            </a:lvl2pPr>
            <a:lvl3pPr marL="1257300" indent="-342900">
              <a:spcBef>
                <a:spcPts val="1600"/>
              </a:spcBef>
              <a:buSzPct val="100000"/>
              <a:buFont typeface="+mj-lt"/>
              <a:buAutoNum type="arabicParenR"/>
              <a:defRPr sz="1400"/>
            </a:lvl3pPr>
            <a:lvl4pPr marL="1600200" indent="-228600">
              <a:spcBef>
                <a:spcPts val="1600"/>
              </a:spcBef>
              <a:buSzPct val="100000"/>
              <a:buFont typeface="+mj-lt"/>
              <a:buAutoNum type="alphaLcParenR"/>
              <a:defRPr sz="1200"/>
            </a:lvl4pPr>
            <a:lvl5pPr marL="2057400" indent="-228600">
              <a:spcBef>
                <a:spcPts val="1600"/>
              </a:spcBef>
              <a:buSzPct val="100000"/>
              <a:buFont typeface="+mj-lt"/>
              <a:buAutoNum type="romanLcPeriod"/>
              <a:defRPr sz="12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665F9D66-4BCE-5466-BE42-19F154C5BF7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7656513" y="2552699"/>
            <a:ext cx="3842913" cy="3083216"/>
          </a:xfrm>
        </p:spPr>
        <p:txBody>
          <a:bodyPr>
            <a:noAutofit/>
          </a:bodyPr>
          <a:lstStyle>
            <a:lvl1pPr marL="457200" indent="-457200">
              <a:lnSpc>
                <a:spcPts val="2400"/>
              </a:lnSpc>
              <a:spcBef>
                <a:spcPts val="2800"/>
              </a:spcBef>
              <a:defRPr sz="2400"/>
            </a:lvl1pPr>
            <a:lvl2pPr>
              <a:lnSpc>
                <a:spcPts val="2400"/>
              </a:lnSpc>
              <a:spcBef>
                <a:spcPts val="2800"/>
              </a:spcBef>
              <a:defRPr sz="2000"/>
            </a:lvl2pPr>
            <a:lvl3pPr>
              <a:lnSpc>
                <a:spcPts val="2400"/>
              </a:lnSpc>
              <a:spcBef>
                <a:spcPts val="2800"/>
              </a:spcBef>
              <a:defRPr sz="1800"/>
            </a:lvl3pPr>
            <a:lvl4pPr>
              <a:lnSpc>
                <a:spcPts val="2400"/>
              </a:lnSpc>
              <a:spcBef>
                <a:spcPts val="2800"/>
              </a:spcBef>
              <a:defRPr sz="1600"/>
            </a:lvl4pPr>
            <a:lvl5pPr>
              <a:lnSpc>
                <a:spcPts val="2400"/>
              </a:lnSpc>
              <a:spcBef>
                <a:spcPts val="2800"/>
              </a:spcBef>
              <a:defRPr sz="16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6FD763C-F852-5912-832E-36897F8724F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solidFill>
            <a:schemeClr val="accent1">
              <a:lumMod val="60000"/>
              <a:lumOff val="40000"/>
            </a:schemeClr>
          </a:solidFill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673DFC-848F-3CB1-23EC-9E1D65E4875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88FD4BCE-35F6-425E-BEE7-07902E8BBFFC}" type="datetimeFigureOut">
              <a:rPr lang="en-US" smtClean="0"/>
              <a:pPr/>
              <a:t>5/29/2026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699A12-3443-5523-F408-1CF310CF250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338795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nd Subtitl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5E195471-80E6-2173-AB78-E4AE69292A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1563663" y="856093"/>
            <a:ext cx="9064674" cy="5145815"/>
            <a:chOff x="1400539" y="700853"/>
            <a:chExt cx="9699638" cy="5506270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F183DD5A-FAA9-3AB5-A277-0BD8F58B7AC9}"/>
                </a:ext>
              </a:extLst>
            </p:cNvPr>
            <p:cNvSpPr/>
            <p:nvPr userDrawn="1"/>
          </p:nvSpPr>
          <p:spPr>
            <a:xfrm>
              <a:off x="1400539" y="700853"/>
              <a:ext cx="5506270" cy="5506270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922BF3AA-2377-DDB1-A0FA-B1CEAEC0FCE9}"/>
                </a:ext>
              </a:extLst>
            </p:cNvPr>
            <p:cNvSpPr/>
            <p:nvPr userDrawn="1"/>
          </p:nvSpPr>
          <p:spPr>
            <a:xfrm>
              <a:off x="5593907" y="700853"/>
              <a:ext cx="5506270" cy="5506270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D1324873-CBF5-A3C4-2FED-7A74AB030421}"/>
                </a:ext>
              </a:extLst>
            </p:cNvPr>
            <p:cNvSpPr/>
            <p:nvPr userDrawn="1"/>
          </p:nvSpPr>
          <p:spPr>
            <a:xfrm>
              <a:off x="5593907" y="1672186"/>
              <a:ext cx="1312902" cy="3563605"/>
            </a:xfrm>
            <a:custGeom>
              <a:avLst/>
              <a:gdLst>
                <a:gd name="connsiteX0" fmla="*/ 656451 w 1312902"/>
                <a:gd name="connsiteY0" fmla="*/ 0 h 3563605"/>
                <a:gd name="connsiteX1" fmla="*/ 684220 w 1312902"/>
                <a:gd name="connsiteY1" fmla="*/ 30553 h 3563605"/>
                <a:gd name="connsiteX2" fmla="*/ 1312902 w 1312902"/>
                <a:gd name="connsiteY2" fmla="*/ 1781802 h 3563605"/>
                <a:gd name="connsiteX3" fmla="*/ 684220 w 1312902"/>
                <a:gd name="connsiteY3" fmla="*/ 3533052 h 3563605"/>
                <a:gd name="connsiteX4" fmla="*/ 656451 w 1312902"/>
                <a:gd name="connsiteY4" fmla="*/ 3563605 h 3563605"/>
                <a:gd name="connsiteX5" fmla="*/ 628683 w 1312902"/>
                <a:gd name="connsiteY5" fmla="*/ 3533052 h 3563605"/>
                <a:gd name="connsiteX6" fmla="*/ 0 w 1312902"/>
                <a:gd name="connsiteY6" fmla="*/ 1781802 h 3563605"/>
                <a:gd name="connsiteX7" fmla="*/ 628683 w 1312902"/>
                <a:gd name="connsiteY7" fmla="*/ 30553 h 35636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12902" h="3563605">
                  <a:moveTo>
                    <a:pt x="656451" y="0"/>
                  </a:moveTo>
                  <a:lnTo>
                    <a:pt x="684220" y="30553"/>
                  </a:lnTo>
                  <a:cubicBezTo>
                    <a:pt x="1076971" y="506457"/>
                    <a:pt x="1312902" y="1116577"/>
                    <a:pt x="1312902" y="1781802"/>
                  </a:cubicBezTo>
                  <a:cubicBezTo>
                    <a:pt x="1312902" y="2447027"/>
                    <a:pt x="1076971" y="3057147"/>
                    <a:pt x="684220" y="3533052"/>
                  </a:cubicBezTo>
                  <a:lnTo>
                    <a:pt x="656451" y="3563605"/>
                  </a:lnTo>
                  <a:lnTo>
                    <a:pt x="628683" y="3533052"/>
                  </a:lnTo>
                  <a:cubicBezTo>
                    <a:pt x="235932" y="3057147"/>
                    <a:pt x="0" y="2447027"/>
                    <a:pt x="0" y="1781802"/>
                  </a:cubicBezTo>
                  <a:cubicBezTo>
                    <a:pt x="0" y="1116577"/>
                    <a:pt x="235932" y="506457"/>
                    <a:pt x="628683" y="30553"/>
                  </a:cubicBez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800" y="685799"/>
            <a:ext cx="10058400" cy="4572000"/>
          </a:xfrm>
        </p:spPr>
        <p:txBody>
          <a:bodyPr lIns="0" tIns="0" rIns="0" bIns="0" anchor="t" anchorCtr="0">
            <a:noAutofit/>
          </a:bodyPr>
          <a:lstStyle>
            <a:lvl1pPr algn="l">
              <a:lnSpc>
                <a:spcPct val="100000"/>
              </a:lnSpc>
              <a:defRPr sz="7500" b="1" cap="none" spc="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685799" y="5257798"/>
            <a:ext cx="10820397" cy="911425"/>
          </a:xfrm>
        </p:spPr>
        <p:txBody>
          <a:bodyPr lIns="0" tIns="0" rIns="0" bIns="0" anchor="b" anchorCtr="0">
            <a:normAutofit/>
          </a:bodyPr>
          <a:lstStyle>
            <a:lvl1pPr marL="0" indent="0" algn="l">
              <a:buNone/>
              <a:defRPr sz="3300" b="1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add subtitle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5D51DDB-9673-3EB3-5A4C-FC9A8E5EB2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0830496" y="760864"/>
            <a:ext cx="602728" cy="596004"/>
            <a:chOff x="11118823" y="513726"/>
            <a:chExt cx="602728" cy="596004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BC1B833-D0D3-F240-EFE9-6CA718F4FC37}"/>
                </a:ext>
              </a:extLst>
            </p:cNvPr>
            <p:cNvCxnSpPr>
              <a:cxnSpLocks/>
            </p:cNvCxnSpPr>
            <p:nvPr/>
          </p:nvCxnSpPr>
          <p:spPr>
            <a:xfrm>
              <a:off x="11165541" y="513726"/>
              <a:ext cx="549286" cy="0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57E45EA-B5EA-7651-5C44-B45F5739233C}"/>
                </a:ext>
              </a:extLst>
            </p:cNvPr>
            <p:cNvCxnSpPr>
              <a:cxnSpLocks/>
            </p:cNvCxnSpPr>
            <p:nvPr/>
          </p:nvCxnSpPr>
          <p:spPr>
            <a:xfrm>
              <a:off x="11721551" y="513726"/>
              <a:ext cx="0" cy="544109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2C7A966-3CEC-757D-106F-9E4061AA39B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18823" y="570368"/>
              <a:ext cx="539362" cy="539362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5B6928-C16A-14F7-594D-C117C2FFA2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410903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DF10B5E-BE44-608A-DE4B-D90C921A83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5185458" cy="685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77334" y="694944"/>
            <a:ext cx="3789177" cy="4572000"/>
          </a:xfrm>
        </p:spPr>
        <p:txBody>
          <a:bodyPr lIns="0" tIns="0" rIns="0" bIns="0">
            <a:noAutofit/>
          </a:bodyPr>
          <a:lstStyle>
            <a:lvl1pPr>
              <a:lnSpc>
                <a:spcPts val="4500"/>
              </a:lnSpc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6FD763C-F852-5912-832E-36897F8724F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CDF790A-BE20-4B91-3E2A-684AF14B98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5CBD89-63D9-CB44-E4AE-7915C4D78502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88FD4BCE-35F6-425E-BEE7-07902E8BBFFC}" type="datetimeFigureOut">
              <a:rPr lang="en-US" smtClean="0"/>
              <a:pPr/>
              <a:t>5/29/2026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8E4793-C529-931D-7D27-4D1661042409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39688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94946"/>
            <a:ext cx="3793387" cy="2734054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571744" y="1926775"/>
            <a:ext cx="5862526" cy="4236279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85800" y="5943600"/>
            <a:ext cx="365760" cy="36576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vert="horz" lIns="0" tIns="0" rIns="0" bIns="0" rtlCol="0" anchor="ctr" anchorCtr="0"/>
          <a:lstStyle>
            <a:lvl1pPr algn="ctr">
              <a:defRPr sz="1000" b="1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F71F1EA-20C8-8269-4328-9CFD833A93B4}"/>
              </a:ext>
            </a:extLst>
          </p:cNvPr>
          <p:cNvGrpSpPr/>
          <p:nvPr userDrawn="1"/>
        </p:nvGrpSpPr>
        <p:grpSpPr>
          <a:xfrm>
            <a:off x="10838266" y="752719"/>
            <a:ext cx="602728" cy="596004"/>
            <a:chOff x="11118823" y="513726"/>
            <a:chExt cx="602728" cy="596004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3C92664-11DA-FCCE-2DBA-5940FD85729D}"/>
                </a:ext>
              </a:extLst>
            </p:cNvPr>
            <p:cNvCxnSpPr>
              <a:cxnSpLocks/>
            </p:cNvCxnSpPr>
            <p:nvPr/>
          </p:nvCxnSpPr>
          <p:spPr>
            <a:xfrm>
              <a:off x="11165541" y="513726"/>
              <a:ext cx="549286" cy="0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6335C2E-70C2-3AA2-D2F6-9837BEB891AF}"/>
                </a:ext>
              </a:extLst>
            </p:cNvPr>
            <p:cNvCxnSpPr>
              <a:cxnSpLocks/>
            </p:cNvCxnSpPr>
            <p:nvPr/>
          </p:nvCxnSpPr>
          <p:spPr>
            <a:xfrm>
              <a:off x="11721551" y="513726"/>
              <a:ext cx="0" cy="544109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C37E2B3B-D823-D184-ED44-A72BCBB8C1A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18823" y="570368"/>
              <a:ext cx="539362" cy="539362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5B05127-A3EE-BCA6-38E9-FEE0E6134EFE}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3862978" cy="0"/>
          </a:xfrm>
          <a:prstGeom prst="line">
            <a:avLst/>
          </a:prstGeom>
          <a:ln w="1905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1E98D2-F38D-1ACF-2990-1F02733759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69107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FD4BCE-35F6-425E-BEE7-07902E8BBFFC}" type="datetimeFigureOut">
              <a:rPr lang="en-US" smtClean="0"/>
              <a:pPr/>
              <a:t>5/29/2026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9DE75F-DF1E-1625-34E8-3AEB1503F9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93" r:id="rId2"/>
    <p:sldLayoutId id="2147483669" r:id="rId3"/>
    <p:sldLayoutId id="2147483668" r:id="rId4"/>
    <p:sldLayoutId id="2147483689" r:id="rId5"/>
    <p:sldLayoutId id="2147483690" r:id="rId6"/>
    <p:sldLayoutId id="2147483691" r:id="rId7"/>
    <p:sldLayoutId id="2147483694" r:id="rId8"/>
    <p:sldLayoutId id="2147483695" r:id="rId9"/>
    <p:sldLayoutId id="2147483670" r:id="rId10"/>
    <p:sldLayoutId id="2147483696" r:id="rId11"/>
    <p:sldLayoutId id="2147483678" r:id="rId12"/>
    <p:sldLayoutId id="2147483677" r:id="rId13"/>
    <p:sldLayoutId id="2147483671" r:id="rId14"/>
  </p:sldLayoutIdLst>
  <p:hf sldNum="0" hdr="0" ftr="0" dt="0"/>
  <p:txStyles>
    <p:titleStyle>
      <a:lvl1pPr algn="l" defTabSz="457200" rtl="0" eaLnBrk="1" latinLnBrk="0" hangingPunct="1">
        <a:lnSpc>
          <a:spcPts val="4500"/>
        </a:lnSpc>
        <a:spcBef>
          <a:spcPct val="0"/>
        </a:spcBef>
        <a:buNone/>
        <a:defRPr sz="4000" b="1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tx1">
            <a:lumMod val="85000"/>
            <a:lumOff val="15000"/>
          </a:schemeClr>
        </a:buClr>
        <a:buSzPct val="80000"/>
        <a:buFont typeface="Wingdings 3" charset="2"/>
        <a:buChar char="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tx1">
            <a:lumMod val="85000"/>
            <a:lumOff val="15000"/>
          </a:schemeClr>
        </a:buClr>
        <a:buSzPct val="80000"/>
        <a:buFont typeface="Wingdings 3" charset="2"/>
        <a:buChar char="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tx1">
            <a:lumMod val="85000"/>
            <a:lumOff val="15000"/>
          </a:schemeClr>
        </a:buClr>
        <a:buSzPct val="80000"/>
        <a:buFont typeface="Wingdings 3" charset="2"/>
        <a:buChar char="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tx1">
            <a:lumMod val="85000"/>
            <a:lumOff val="1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tx1">
            <a:lumMod val="85000"/>
            <a:lumOff val="1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Relationship Id="rId4" Type="http://schemas.microsoft.com/office/2007/relationships/hdphoto" Target="../media/hdphoto2.wdp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2F14DB-AE04-43EA-0022-86BA29BBD1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799" y="685799"/>
            <a:ext cx="10058397" cy="4572000"/>
          </a:xfrm>
        </p:spPr>
        <p:txBody>
          <a:bodyPr/>
          <a:lstStyle/>
          <a:p>
            <a:r>
              <a:rPr lang="en-US" dirty="0"/>
              <a:t>Smart Waste Bin</a:t>
            </a:r>
            <a:br>
              <a:rPr lang="en-US" sz="5000" dirty="0"/>
            </a:br>
            <a:r>
              <a:rPr lang="en-US" sz="5000" dirty="0"/>
              <a:t>ECE-CK801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01CFB10-4BED-44C0-61EE-7F3CAAE99FCB}"/>
              </a:ext>
            </a:extLst>
          </p:cNvPr>
          <p:cNvSpPr txBox="1"/>
          <p:nvPr/>
        </p:nvSpPr>
        <p:spPr>
          <a:xfrm>
            <a:off x="822957" y="3438143"/>
            <a:ext cx="704088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Name 1</a:t>
            </a:r>
          </a:p>
          <a:p>
            <a:r>
              <a:rPr lang="en-US" sz="2000" dirty="0"/>
              <a:t>Name 2</a:t>
            </a:r>
          </a:p>
          <a:p>
            <a:r>
              <a:rPr lang="en-US" sz="2000" dirty="0"/>
              <a:t>Name 3</a:t>
            </a:r>
            <a:endParaRPr lang="en-GB" sz="2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44A88D6-41BB-4B10-DD6D-A9826D5EEE5C}"/>
              </a:ext>
            </a:extLst>
          </p:cNvPr>
          <p:cNvSpPr/>
          <p:nvPr/>
        </p:nvSpPr>
        <p:spPr>
          <a:xfrm>
            <a:off x="5969202" y="3244334"/>
            <a:ext cx="32252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19786930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648F2-D2C6-2AC5-DB3B-C7AB67FC8A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94944"/>
            <a:ext cx="3789177" cy="4572000"/>
          </a:xfrm>
        </p:spPr>
        <p:txBody>
          <a:bodyPr/>
          <a:lstStyle/>
          <a:p>
            <a:r>
              <a:rPr lang="en-US" dirty="0"/>
              <a:t>Project </a:t>
            </a:r>
            <a:br>
              <a:rPr lang="en-US" dirty="0"/>
            </a:br>
            <a:r>
              <a:rPr lang="en-US" dirty="0"/>
              <a:t>Overview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7FA86E3-B05F-1FAF-FE02-9EF319E070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53101" y="694945"/>
            <a:ext cx="4297680" cy="5468112"/>
          </a:xfrm>
        </p:spPr>
        <p:txBody>
          <a:bodyPr/>
          <a:lstStyle/>
          <a:p>
            <a:r>
              <a:rPr lang="en-US" dirty="0"/>
              <a:t>Containerized Services </a:t>
            </a:r>
          </a:p>
          <a:p>
            <a:r>
              <a:rPr lang="en-US" dirty="0"/>
              <a:t>MQTT Communication</a:t>
            </a:r>
          </a:p>
          <a:p>
            <a:r>
              <a:rPr lang="en-US" dirty="0"/>
              <a:t>Semantic model</a:t>
            </a:r>
          </a:p>
          <a:p>
            <a:r>
              <a:rPr lang="en-US" dirty="0"/>
              <a:t>REST + ASYNCAPI</a:t>
            </a:r>
          </a:p>
          <a:p>
            <a:r>
              <a:rPr lang="en-US" dirty="0"/>
              <a:t>Virtual Sensors, Home Assistant and Low Code Platforms</a:t>
            </a:r>
          </a:p>
        </p:txBody>
      </p:sp>
    </p:spTree>
    <p:extLst>
      <p:ext uri="{BB962C8B-B14F-4D97-AF65-F5344CB8AC3E}">
        <p14:creationId xmlns:p14="http://schemas.microsoft.com/office/powerpoint/2010/main" val="37592614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F1050D-4353-FEB2-3444-3C6B524BB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15DAAA4-D3BA-E178-5FA6-013F6A9A3C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94945"/>
            <a:ext cx="10058400" cy="1280160"/>
          </a:xfrm>
        </p:spPr>
        <p:txBody>
          <a:bodyPr anchor="t">
            <a:normAutofit/>
          </a:bodyPr>
          <a:lstStyle/>
          <a:p>
            <a:r>
              <a:rPr lang="el-GR" dirty="0"/>
              <a:t>Εξέλιξη της Εργασίας</a:t>
            </a:r>
            <a:endParaRPr lang="en-US" dirty="0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D594BB63-89F8-24E0-1360-CA666FE737A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86741" y="2140864"/>
            <a:ext cx="3797114" cy="3494753"/>
          </a:xfrm>
        </p:spPr>
        <p:txBody>
          <a:bodyPr/>
          <a:lstStyle/>
          <a:p>
            <a:r>
              <a:rPr lang="el-GR" dirty="0"/>
              <a:t>Μέχρι την </a:t>
            </a:r>
            <a:r>
              <a:rPr lang="el-GR"/>
              <a:t>6</a:t>
            </a:r>
            <a:r>
              <a:rPr lang="el-GR" baseline="30000"/>
              <a:t>η</a:t>
            </a:r>
            <a:r>
              <a:rPr lang="el-GR"/>
              <a:t> εβδομάδα</a:t>
            </a:r>
            <a:endParaRPr lang="en-US" dirty="0"/>
          </a:p>
        </p:txBody>
      </p:sp>
      <p:graphicFrame>
        <p:nvGraphicFramePr>
          <p:cNvPr id="6" name="Content Placeholder 5" descr="A timeline of the product launch">
            <a:extLst>
              <a:ext uri="{FF2B5EF4-FFF2-40B4-BE49-F238E27FC236}">
                <a16:creationId xmlns:a16="http://schemas.microsoft.com/office/drawing/2014/main" id="{8707BF5A-7DC6-DD80-4BFD-4C419D9054CB}"/>
              </a:ext>
            </a:extLst>
          </p:cNvPr>
          <p:cNvGraphicFramePr>
            <a:graphicFrameLocks noGrp="1"/>
          </p:cNvGraphicFramePr>
          <p:nvPr>
            <p:ph type="tbl" sz="quarter" idx="14"/>
            <p:extLst>
              <p:ext uri="{D42A27DB-BD31-4B8C-83A1-F6EECF244321}">
                <p14:modId xmlns:p14="http://schemas.microsoft.com/office/powerpoint/2010/main" val="3814229525"/>
              </p:ext>
            </p:extLst>
          </p:nvPr>
        </p:nvGraphicFramePr>
        <p:xfrm>
          <a:off x="5054600" y="2103438"/>
          <a:ext cx="6451600" cy="353218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2181679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BAF86FF-CB02-675F-64AB-ECCB58C190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94945"/>
            <a:ext cx="10058400" cy="1280160"/>
          </a:xfrm>
        </p:spPr>
        <p:txBody>
          <a:bodyPr anchor="t">
            <a:normAutofit/>
          </a:bodyPr>
          <a:lstStyle/>
          <a:p>
            <a:r>
              <a:rPr lang="el-GR" dirty="0"/>
              <a:t>Επέκταση από ενδιάμεση παρουσίαση</a:t>
            </a:r>
            <a:endParaRPr lang="en-US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CE87A190-17B0-C31A-B357-1E27FDB0AF0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86741" y="2140864"/>
            <a:ext cx="3797114" cy="3494753"/>
          </a:xfrm>
        </p:spPr>
        <p:txBody>
          <a:bodyPr/>
          <a:lstStyle/>
          <a:p>
            <a:endParaRPr lang="en-US"/>
          </a:p>
        </p:txBody>
      </p:sp>
      <p:graphicFrame>
        <p:nvGraphicFramePr>
          <p:cNvPr id="6" name="Content Placeholder 5" descr="A timeline of the product launch">
            <a:extLst>
              <a:ext uri="{FF2B5EF4-FFF2-40B4-BE49-F238E27FC236}">
                <a16:creationId xmlns:a16="http://schemas.microsoft.com/office/drawing/2014/main" id="{8327A36D-380B-3DEE-7048-3146D87FC20F}"/>
              </a:ext>
            </a:extLst>
          </p:cNvPr>
          <p:cNvGraphicFramePr>
            <a:graphicFrameLocks noGrp="1"/>
          </p:cNvGraphicFramePr>
          <p:nvPr>
            <p:ph type="tbl" sz="quarter" idx="14"/>
            <p:extLst>
              <p:ext uri="{D42A27DB-BD31-4B8C-83A1-F6EECF244321}">
                <p14:modId xmlns:p14="http://schemas.microsoft.com/office/powerpoint/2010/main" val="442940936"/>
              </p:ext>
            </p:extLst>
          </p:nvPr>
        </p:nvGraphicFramePr>
        <p:xfrm>
          <a:off x="5054600" y="2103438"/>
          <a:ext cx="6451600" cy="353218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9602209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C65CC0-8736-1DCB-1F83-598FE73C1B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799" y="685798"/>
            <a:ext cx="10058400" cy="4572000"/>
          </a:xfrm>
        </p:spPr>
        <p:txBody>
          <a:bodyPr/>
          <a:lstStyle/>
          <a:p>
            <a:r>
              <a:rPr lang="en-US" sz="4400" dirty="0"/>
              <a:t>Containerized Pipeline and MQTT Communication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29E63A-62C3-DAC1-F330-50C1CC40C0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5799" y="5267956"/>
            <a:ext cx="10058400" cy="914400"/>
          </a:xfrm>
        </p:spPr>
        <p:txBody>
          <a:bodyPr>
            <a:norm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83219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5F5E3-2B1C-7C0A-8581-67A9052D13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94944"/>
            <a:ext cx="3789177" cy="4572000"/>
          </a:xfrm>
          <a:noFill/>
        </p:spPr>
        <p:txBody>
          <a:bodyPr>
            <a:noAutofit/>
          </a:bodyPr>
          <a:lstStyle/>
          <a:p>
            <a:r>
              <a:rPr lang="en-US" dirty="0"/>
              <a:t>Project Layout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A33159-D030-2F82-A142-F759407283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53101" y="694945"/>
            <a:ext cx="4572000" cy="5468112"/>
          </a:xfrm>
          <a:noFill/>
        </p:spPr>
        <p:txBody>
          <a:bodyPr>
            <a:norm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66746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539E868-C38F-BE6F-C489-F81E4EA421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94944"/>
            <a:ext cx="5880629" cy="1690444"/>
          </a:xfrm>
        </p:spPr>
        <p:txBody>
          <a:bodyPr/>
          <a:lstStyle/>
          <a:p>
            <a:r>
              <a:rPr lang="en-US" dirty="0"/>
              <a:t>Marketing strategies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AF53888-D548-07B3-4DD3-A6B963163C0C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77334" y="2476239"/>
            <a:ext cx="5880629" cy="3237948"/>
          </a:xfrm>
        </p:spPr>
        <p:txBody>
          <a:bodyPr/>
          <a:lstStyle/>
          <a:p>
            <a:r>
              <a:rPr lang="en-US" dirty="0"/>
              <a:t>Implement personalized engagement strategies</a:t>
            </a:r>
          </a:p>
          <a:p>
            <a:r>
              <a:rPr lang="en-US" dirty="0"/>
              <a:t>Tailor campaigns to resonate with specific demographics, fostering a sense of relevance and connection</a:t>
            </a:r>
          </a:p>
          <a:p>
            <a:r>
              <a:rPr lang="en-US" dirty="0"/>
              <a:t>Collaborate with influencers and thought leaders to amplify our brand message</a:t>
            </a:r>
          </a:p>
          <a:p>
            <a:endParaRPr lang="en-US" dirty="0"/>
          </a:p>
        </p:txBody>
      </p:sp>
      <p:pic>
        <p:nvPicPr>
          <p:cNvPr id="11" name="Picture Placeholder 10" descr="A person writing on a glass board">
            <a:extLst>
              <a:ext uri="{FF2B5EF4-FFF2-40B4-BE49-F238E27FC236}">
                <a16:creationId xmlns:a16="http://schemas.microsoft.com/office/drawing/2014/main" id="{D78464A7-BA23-769A-56AD-2AE7CBC9CF8B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rcRect l="24873" r="24873"/>
          <a:stretch/>
        </p:blipFill>
        <p:spPr>
          <a:xfrm>
            <a:off x="7018338" y="0"/>
            <a:ext cx="5173662" cy="6858000"/>
          </a:xfrm>
        </p:spPr>
      </p:pic>
    </p:spTree>
    <p:extLst>
      <p:ext uri="{BB962C8B-B14F-4D97-AF65-F5344CB8AC3E}">
        <p14:creationId xmlns:p14="http://schemas.microsoft.com/office/powerpoint/2010/main" val="22030451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952A0C-ED2A-077C-70BC-DEB140E04A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94944"/>
            <a:ext cx="3789177" cy="4572000"/>
          </a:xfrm>
        </p:spPr>
        <p:txBody>
          <a:bodyPr/>
          <a:lstStyle/>
          <a:p>
            <a:r>
              <a:rPr lang="en-US" dirty="0"/>
              <a:t>Financial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9FC3B2-3EF0-BDB4-4819-4161FC7EEF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53101" y="862641"/>
            <a:ext cx="4339805" cy="2566357"/>
          </a:xfrm>
        </p:spPr>
        <p:txBody>
          <a:bodyPr/>
          <a:lstStyle/>
          <a:p>
            <a:r>
              <a:rPr lang="en-US" dirty="0"/>
              <a:t>Our financial overview reflects a robust and resilient fiscal performance.</a:t>
            </a:r>
          </a:p>
          <a:p>
            <a:r>
              <a:rPr lang="en-US" dirty="0"/>
              <a:t>Key indicators show consistent revenue growth over the past quarter, attributed to strategic cost management and successful marketing.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149607-A897-2741-D897-4F179735F7A3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5753101" y="3657818"/>
            <a:ext cx="4339805" cy="2734053"/>
          </a:xfrm>
        </p:spPr>
        <p:txBody>
          <a:bodyPr/>
          <a:lstStyle/>
          <a:p>
            <a:r>
              <a:rPr lang="en-US" dirty="0"/>
              <a:t>Operating margins have improved, signaling operational efficiency, while strengthening our reserves.</a:t>
            </a:r>
          </a:p>
          <a:p>
            <a:r>
              <a:rPr lang="en-US" dirty="0"/>
              <a:t>This underscores our commitment to financial stability, positioning us for sustained growth. </a:t>
            </a:r>
          </a:p>
        </p:txBody>
      </p:sp>
    </p:spTree>
    <p:extLst>
      <p:ext uri="{BB962C8B-B14F-4D97-AF65-F5344CB8AC3E}">
        <p14:creationId xmlns:p14="http://schemas.microsoft.com/office/powerpoint/2010/main" val="35131073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633516D-AB15-124A-1833-DD5D9DE9CF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94945"/>
            <a:ext cx="10058400" cy="1280160"/>
          </a:xfrm>
        </p:spPr>
        <p:txBody>
          <a:bodyPr/>
          <a:lstStyle/>
          <a:p>
            <a:r>
              <a:rPr lang="en-US" dirty="0"/>
              <a:t>Quarterly targets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9773C3-E729-93EA-2151-22EB12BF1BE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86741" y="2140864"/>
            <a:ext cx="3797114" cy="3494753"/>
          </a:xfrm>
        </p:spPr>
        <p:txBody>
          <a:bodyPr/>
          <a:lstStyle/>
          <a:p>
            <a:r>
              <a:rPr lang="en-US" dirty="0"/>
              <a:t>Market expansion</a:t>
            </a:r>
          </a:p>
          <a:p>
            <a:r>
              <a:rPr lang="en-US" dirty="0"/>
              <a:t>Product innovation</a:t>
            </a:r>
          </a:p>
          <a:p>
            <a:r>
              <a:rPr lang="en-US" dirty="0"/>
              <a:t>Customer retention</a:t>
            </a:r>
          </a:p>
          <a:p>
            <a:r>
              <a:rPr lang="en-US" dirty="0"/>
              <a:t>Operational efficiency</a:t>
            </a:r>
          </a:p>
          <a:p>
            <a:endParaRPr lang="en-US" dirty="0"/>
          </a:p>
        </p:txBody>
      </p:sp>
      <p:graphicFrame>
        <p:nvGraphicFramePr>
          <p:cNvPr id="5" name="Table Placeholder 2">
            <a:extLst>
              <a:ext uri="{FF2B5EF4-FFF2-40B4-BE49-F238E27FC236}">
                <a16:creationId xmlns:a16="http://schemas.microsoft.com/office/drawing/2014/main" id="{75268C26-696B-469B-6E84-E2DA897FB4F4}"/>
              </a:ext>
            </a:extLst>
          </p:cNvPr>
          <p:cNvGraphicFramePr>
            <a:graphicFrameLocks noGrp="1"/>
          </p:cNvGraphicFramePr>
          <p:nvPr>
            <p:ph type="tbl" sz="quarter" idx="14"/>
            <p:extLst>
              <p:ext uri="{D42A27DB-BD31-4B8C-83A1-F6EECF244321}">
                <p14:modId xmlns:p14="http://schemas.microsoft.com/office/powerpoint/2010/main" val="1368234980"/>
              </p:ext>
            </p:extLst>
          </p:nvPr>
        </p:nvGraphicFramePr>
        <p:xfrm>
          <a:off x="5054600" y="2103438"/>
          <a:ext cx="6451600" cy="3524216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612900">
                  <a:extLst>
                    <a:ext uri="{9D8B030D-6E8A-4147-A177-3AD203B41FA5}">
                      <a16:colId xmlns:a16="http://schemas.microsoft.com/office/drawing/2014/main" val="30750867"/>
                    </a:ext>
                  </a:extLst>
                </a:gridCol>
                <a:gridCol w="1612900">
                  <a:extLst>
                    <a:ext uri="{9D8B030D-6E8A-4147-A177-3AD203B41FA5}">
                      <a16:colId xmlns:a16="http://schemas.microsoft.com/office/drawing/2014/main" val="1038941322"/>
                    </a:ext>
                  </a:extLst>
                </a:gridCol>
                <a:gridCol w="1612900">
                  <a:extLst>
                    <a:ext uri="{9D8B030D-6E8A-4147-A177-3AD203B41FA5}">
                      <a16:colId xmlns:a16="http://schemas.microsoft.com/office/drawing/2014/main" val="529645500"/>
                    </a:ext>
                  </a:extLst>
                </a:gridCol>
                <a:gridCol w="1612900">
                  <a:extLst>
                    <a:ext uri="{9D8B030D-6E8A-4147-A177-3AD203B41FA5}">
                      <a16:colId xmlns:a16="http://schemas.microsoft.com/office/drawing/2014/main" val="3469610457"/>
                    </a:ext>
                  </a:extLst>
                </a:gridCol>
              </a:tblGrid>
              <a:tr h="930012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Quarter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Revenue growth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Market share increase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Customer acquisition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51432886"/>
                  </a:ext>
                </a:extLst>
              </a:tr>
              <a:tr h="64855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Q1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0240625"/>
                  </a:ext>
                </a:extLst>
              </a:tr>
              <a:tr h="64855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Q2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2393470"/>
                  </a:ext>
                </a:extLst>
              </a:tr>
              <a:tr h="64855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Q3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1364400"/>
                  </a:ext>
                </a:extLst>
              </a:tr>
              <a:tr h="64855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Q4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262639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89980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3D827C-C581-E816-3880-8B429F22C0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94945"/>
            <a:ext cx="10058400" cy="1280160"/>
          </a:xfrm>
        </p:spPr>
        <p:txBody>
          <a:bodyPr/>
          <a:lstStyle/>
          <a:p>
            <a:r>
              <a:rPr lang="en-US" dirty="0"/>
              <a:t>Financial snapshot</a:t>
            </a:r>
          </a:p>
        </p:txBody>
      </p:sp>
      <p:graphicFrame>
        <p:nvGraphicFramePr>
          <p:cNvPr id="6" name="Table Placeholder 3">
            <a:extLst>
              <a:ext uri="{FF2B5EF4-FFF2-40B4-BE49-F238E27FC236}">
                <a16:creationId xmlns:a16="http://schemas.microsoft.com/office/drawing/2014/main" id="{3C210E2F-B4AE-58E3-BD38-70314D20862F}"/>
              </a:ext>
            </a:extLst>
          </p:cNvPr>
          <p:cNvGraphicFramePr>
            <a:graphicFrameLocks noGrp="1"/>
          </p:cNvGraphicFramePr>
          <p:nvPr>
            <p:ph type="tbl" sz="quarter" idx="12"/>
            <p:extLst>
              <p:ext uri="{D42A27DB-BD31-4B8C-83A1-F6EECF244321}">
                <p14:modId xmlns:p14="http://schemas.microsoft.com/office/powerpoint/2010/main" val="1854821331"/>
              </p:ext>
            </p:extLst>
          </p:nvPr>
        </p:nvGraphicFramePr>
        <p:xfrm>
          <a:off x="685800" y="2103438"/>
          <a:ext cx="10828868" cy="3702875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707217">
                  <a:extLst>
                    <a:ext uri="{9D8B030D-6E8A-4147-A177-3AD203B41FA5}">
                      <a16:colId xmlns:a16="http://schemas.microsoft.com/office/drawing/2014/main" val="130956065"/>
                    </a:ext>
                  </a:extLst>
                </a:gridCol>
                <a:gridCol w="2707217">
                  <a:extLst>
                    <a:ext uri="{9D8B030D-6E8A-4147-A177-3AD203B41FA5}">
                      <a16:colId xmlns:a16="http://schemas.microsoft.com/office/drawing/2014/main" val="2749965458"/>
                    </a:ext>
                  </a:extLst>
                </a:gridCol>
                <a:gridCol w="2707217">
                  <a:extLst>
                    <a:ext uri="{9D8B030D-6E8A-4147-A177-3AD203B41FA5}">
                      <a16:colId xmlns:a16="http://schemas.microsoft.com/office/drawing/2014/main" val="2116711163"/>
                    </a:ext>
                  </a:extLst>
                </a:gridCol>
                <a:gridCol w="2707217">
                  <a:extLst>
                    <a:ext uri="{9D8B030D-6E8A-4147-A177-3AD203B41FA5}">
                      <a16:colId xmlns:a16="http://schemas.microsoft.com/office/drawing/2014/main" val="1186885001"/>
                    </a:ext>
                  </a:extLst>
                </a:gridCol>
              </a:tblGrid>
              <a:tr h="91886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Metric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Current value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Previous quarter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Change (%)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41017008"/>
                  </a:ext>
                </a:extLst>
              </a:tr>
              <a:tr h="556803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Revenue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$2,500,000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2,200,000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+14%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11888340"/>
                  </a:ext>
                </a:extLst>
              </a:tr>
              <a:tr h="556803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Operating expenses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$1,200,000	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$1,400,000	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-14%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37089168"/>
                  </a:ext>
                </a:extLst>
              </a:tr>
              <a:tr h="556803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Net profit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$1,000,000	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$800,000	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+25%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31597798"/>
                  </a:ext>
                </a:extLst>
              </a:tr>
              <a:tr h="556803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Operating margin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+4%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94376521"/>
                  </a:ext>
                </a:extLst>
              </a:tr>
              <a:tr h="556803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Cash reserves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$5,000,000	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$4,500,000	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+11%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182668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434109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Placeholder 7" descr="A person standing on a spiral staircase">
            <a:extLst>
              <a:ext uri="{FF2B5EF4-FFF2-40B4-BE49-F238E27FC236}">
                <a16:creationId xmlns:a16="http://schemas.microsoft.com/office/drawing/2014/main" id="{8519191A-B0D9-CFD8-E089-8A6ECDC4958C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rcRect l="23" r="23"/>
          <a:stretch/>
        </p:blipFill>
        <p:spPr>
          <a:xfrm>
            <a:off x="3523091" y="3427812"/>
            <a:ext cx="5143494" cy="3430188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27C4A00-6204-4111-3D1E-D4DFA3FA81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799" y="685798"/>
            <a:ext cx="10058400" cy="3266440"/>
          </a:xfrm>
        </p:spPr>
        <p:txBody>
          <a:bodyPr/>
          <a:lstStyle/>
          <a:p>
            <a:r>
              <a:rPr lang="en-US" dirty="0"/>
              <a:t>Innovative solutions</a:t>
            </a:r>
          </a:p>
        </p:txBody>
      </p:sp>
    </p:spTree>
    <p:extLst>
      <p:ext uri="{BB962C8B-B14F-4D97-AF65-F5344CB8AC3E}">
        <p14:creationId xmlns:p14="http://schemas.microsoft.com/office/powerpoint/2010/main" val="13141303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48750B-D232-4688-407A-DAC2407E27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94944"/>
            <a:ext cx="9584266" cy="1387852"/>
          </a:xfrm>
        </p:spPr>
        <p:txBody>
          <a:bodyPr/>
          <a:lstStyle/>
          <a:p>
            <a:r>
              <a:rPr lang="en-US" dirty="0"/>
              <a:t>Future initiatives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6DA1357-F081-D7F6-4FB3-08E62F6C3A41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77334" y="2552698"/>
            <a:ext cx="5964766" cy="3083217"/>
          </a:xfrm>
        </p:spPr>
        <p:txBody>
          <a:bodyPr/>
          <a:lstStyle/>
          <a:p>
            <a:r>
              <a:rPr lang="en-US" dirty="0"/>
              <a:t>Product enhancement. Introduce regular updates and features to enhance product offerings.</a:t>
            </a:r>
          </a:p>
          <a:p>
            <a:r>
              <a:rPr lang="en-US" dirty="0"/>
              <a:t>Technology integration. Explore emerging technologies for potential integration into our operations.</a:t>
            </a:r>
          </a:p>
          <a:p>
            <a:r>
              <a:rPr lang="en-US" dirty="0"/>
              <a:t>Collaborative partnerships. Foster collaborations with tech innovators and industry leaders to drive innovation.</a:t>
            </a:r>
          </a:p>
        </p:txBody>
      </p:sp>
      <p:sp>
        <p:nvSpPr>
          <p:cNvPr id="36" name="Content Placeholder 35">
            <a:extLst>
              <a:ext uri="{FF2B5EF4-FFF2-40B4-BE49-F238E27FC236}">
                <a16:creationId xmlns:a16="http://schemas.microsoft.com/office/drawing/2014/main" id="{735FF7FE-86A0-34D0-5382-E2CB802957B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656513" y="2552699"/>
            <a:ext cx="3842913" cy="3083216"/>
          </a:xfrm>
        </p:spPr>
        <p:txBody>
          <a:bodyPr/>
          <a:lstStyle/>
          <a:p>
            <a:r>
              <a:rPr lang="en-US" dirty="0"/>
              <a:t>Green supply chain</a:t>
            </a:r>
          </a:p>
          <a:p>
            <a:r>
              <a:rPr lang="en-US" dirty="0"/>
              <a:t>Reduced carbon footprint</a:t>
            </a:r>
          </a:p>
          <a:p>
            <a:r>
              <a:rPr lang="en-US" dirty="0"/>
              <a:t>Waste reduction</a:t>
            </a:r>
          </a:p>
          <a:p>
            <a:r>
              <a:rPr lang="en-US" dirty="0"/>
              <a:t>Water conservation</a:t>
            </a:r>
          </a:p>
        </p:txBody>
      </p:sp>
    </p:spTree>
    <p:extLst>
      <p:ext uri="{BB962C8B-B14F-4D97-AF65-F5344CB8AC3E}">
        <p14:creationId xmlns:p14="http://schemas.microsoft.com/office/powerpoint/2010/main" val="23639955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4B4EB3-85F1-8A77-09E4-9D41686BDA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685799"/>
            <a:ext cx="10058400" cy="4572000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1FE37F-A983-EE97-55B3-FC18A8719D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5799" y="5257798"/>
            <a:ext cx="10820397" cy="911425"/>
          </a:xfrm>
        </p:spPr>
        <p:txBody>
          <a:bodyPr>
            <a:normAutofit/>
          </a:bodyPr>
          <a:lstStyle/>
          <a:p>
            <a:r>
              <a:rPr lang="en-US" dirty="0"/>
              <a:t>Sonu Jain | sjain@contoso.com | www.contoso.com</a:t>
            </a:r>
          </a:p>
        </p:txBody>
      </p:sp>
    </p:spTree>
    <p:extLst>
      <p:ext uri="{BB962C8B-B14F-4D97-AF65-F5344CB8AC3E}">
        <p14:creationId xmlns:p14="http://schemas.microsoft.com/office/powerpoint/2010/main" val="2767128779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89119559_Win32_SL_v9" id="{F0446A71-0E2F-4374-B5F7-68CC97B41AC5}" vid="{5F7109B1-5E17-45DE-A450-61A147814B4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35" row="1">
    <wetp:webextensionref xmlns:r="http://schemas.openxmlformats.org/officeDocument/2006/relationships" r:id="rId1"/>
  </wetp:taskpane>
  <wetp:taskpane dockstate="right" visibility="0" width="350" row="1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BEC300C1-45ED-4616-A9A2-6B9B152D21DA}">
  <we:reference id="wa200005669" version="2.0.0.0" store="en-US" storeType="OMEX"/>
  <we:alternateReferences>
    <we:reference id="WA200005669" version="2.0.0.0" store="WA200005669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C9C7FD3E-4C5C-4562-8682-57A3BBC1AA44}">
  <we:reference id="wa200007130" version="1.0.0.1" store="en-US" storeType="OMEX"/>
  <we:alternateReferences>
    <we:reference id="WA200007130" version="1.0.0.1" store="WA200007130" storeType="OMEX"/>
  </we:alternateReferences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9E9A08A-3D48-4730-8B6D-01A15F4E9B00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DA0F62E9-537D-4B86-A5A3-DCAED002D6F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60367E2-A4EF-4F83-9408-21F92ABD6937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Vert diagram presentation</Template>
  <TotalTime>61</TotalTime>
  <Words>356</Words>
  <Application>Microsoft Office PowerPoint</Application>
  <PresentationFormat>Widescreen</PresentationFormat>
  <Paragraphs>115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Calibri</vt:lpstr>
      <vt:lpstr>Trebuchet MS</vt:lpstr>
      <vt:lpstr>Wingdings 3</vt:lpstr>
      <vt:lpstr>Facet</vt:lpstr>
      <vt:lpstr>Smart Waste Bin ECE-CK801</vt:lpstr>
      <vt:lpstr>Project  Overview</vt:lpstr>
      <vt:lpstr>Εξέλιξη της Εργασίας</vt:lpstr>
      <vt:lpstr>Επέκταση από ενδιάμεση παρουσίαση</vt:lpstr>
      <vt:lpstr>Containerized Pipeline and MQTT Communication</vt:lpstr>
      <vt:lpstr>Project Layout</vt:lpstr>
      <vt:lpstr>Marketing strategies</vt:lpstr>
      <vt:lpstr>Financial overview</vt:lpstr>
      <vt:lpstr>Quarterly targets</vt:lpstr>
      <vt:lpstr>Financial snapshot</vt:lpstr>
      <vt:lpstr>Innovative solutions</vt:lpstr>
      <vt:lpstr>Future initiatives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ΦΙΛΟΠΟΥΛΟΣ ΔΗΜΗΤΡΙΟΣ</dc:creator>
  <cp:lastModifiedBy>ΦΙΛΟΠΟΥΛΟΣ ΔΗΜΗΤΡΙΟΣ</cp:lastModifiedBy>
  <cp:revision>11</cp:revision>
  <dcterms:created xsi:type="dcterms:W3CDTF">2026-05-21T20:23:46Z</dcterms:created>
  <dcterms:modified xsi:type="dcterms:W3CDTF">2026-05-29T14:02:34Z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