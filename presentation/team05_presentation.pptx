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autoCompressPictures="0">
  <p:sldMasterIdLst>
    <p:sldMasterId id="2147483648" r:id="rId4"/>
  </p:sldMasterIdLst>
  <p:notesMasterIdLst>
    <p:notesMasterId r:id="rId18"/>
  </p:notesMasterIdLst>
  <p:handoutMasterIdLst>
    <p:handoutMasterId r:id="rId19"/>
  </p:handoutMasterIdLst>
  <p:sldIdLst>
    <p:sldId id="268" r:id="rId5"/>
    <p:sldId id="324" r:id="rId6"/>
    <p:sldId id="310" r:id="rId7"/>
    <p:sldId id="261" r:id="rId8"/>
    <p:sldId id="325" r:id="rId9"/>
    <p:sldId id="326" r:id="rId10"/>
    <p:sldId id="317" r:id="rId11"/>
    <p:sldId id="328" r:id="rId12"/>
    <p:sldId id="329" r:id="rId13"/>
    <p:sldId id="318" r:id="rId14"/>
    <p:sldId id="331" r:id="rId15"/>
    <p:sldId id="321" r:id="rId16"/>
    <p:sldId id="293"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7E9639D4-E3E2-4D34-9284-5A2195B3D0D7}">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7" autoAdjust="0"/>
  </p:normalViewPr>
  <p:slideViewPr>
    <p:cSldViewPr snapToGrid="0">
      <p:cViewPr varScale="1">
        <p:scale>
          <a:sx n="105" d="100"/>
          <a:sy n="105" d="100"/>
        </p:scale>
        <p:origin x="834" y="96"/>
      </p:cViewPr>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67" d="100"/>
          <a:sy n="67" d="100"/>
        </p:scale>
        <p:origin x="3120" y="7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66480AC-C0DE-4E5E-9ECD-9AE37E3FCB79}" type="doc">
      <dgm:prSet loTypeId="urn:microsoft.com/office/officeart/2016/7/layout/BasicTimeline" loCatId="timeline" qsTypeId="urn:microsoft.com/office/officeart/2005/8/quickstyle/simple1" qsCatId="simple" csTypeId="urn:microsoft.com/office/officeart/2005/8/colors/accent0_3" csCatId="mainScheme" phldr="1"/>
      <dgm:spPr/>
      <dgm:t>
        <a:bodyPr/>
        <a:lstStyle/>
        <a:p>
          <a:endParaRPr lang="en-US"/>
        </a:p>
      </dgm:t>
    </dgm:pt>
    <dgm:pt modelId="{A8C03FBB-4A75-4460-AEA6-DEAEB9C61496}">
      <dgm:prSet phldrT="[Text]" phldr="0" custT="1"/>
      <dgm:spPr/>
      <dgm:t>
        <a:bodyPr/>
        <a:lstStyle/>
        <a:p>
          <a:pPr algn="ctr">
            <a:defRPr b="1"/>
          </a:pPr>
          <a:r>
            <a:rPr lang="en-US" sz="2400" dirty="0">
              <a:latin typeface="+mn-lt"/>
            </a:rPr>
            <a:t>Q3</a:t>
          </a:r>
        </a:p>
      </dgm:t>
    </dgm:pt>
    <dgm:pt modelId="{4E972F7F-4B1B-47AA-A25B-1FFC561F1C76}" type="parTrans" cxnId="{D3D81948-D963-4D1E-AE16-9705EAF510FC}">
      <dgm:prSet/>
      <dgm:spPr/>
      <dgm:t>
        <a:bodyPr/>
        <a:lstStyle/>
        <a:p>
          <a:pPr algn="ctr"/>
          <a:endParaRPr lang="en-US" sz="2800">
            <a:latin typeface="+mn-lt"/>
          </a:endParaRPr>
        </a:p>
      </dgm:t>
    </dgm:pt>
    <dgm:pt modelId="{67361508-930A-4A23-8CFC-BB56DA645C3C}" type="sibTrans" cxnId="{D3D81948-D963-4D1E-AE16-9705EAF510FC}">
      <dgm:prSet/>
      <dgm:spPr/>
      <dgm:t>
        <a:bodyPr/>
        <a:lstStyle/>
        <a:p>
          <a:pPr algn="ctr"/>
          <a:endParaRPr lang="en-US" sz="2800">
            <a:latin typeface="+mn-lt"/>
          </a:endParaRPr>
        </a:p>
      </dgm:t>
    </dgm:pt>
    <dgm:pt modelId="{5E71F362-34DF-4EEC-92A3-0EFE450E05E4}">
      <dgm:prSet phldrT="[Text]" phldr="0" custT="1"/>
      <dgm:spPr/>
      <dgm:t>
        <a:bodyPr/>
        <a:lstStyle/>
        <a:p>
          <a:pPr algn="ctr"/>
          <a:r>
            <a:rPr lang="en-US" sz="2000" dirty="0">
              <a:latin typeface="+mn-lt"/>
            </a:rPr>
            <a:t>Market research</a:t>
          </a:r>
        </a:p>
      </dgm:t>
    </dgm:pt>
    <dgm:pt modelId="{8E5EE4D1-908E-455C-B8B3-281AD42DEC9A}" type="parTrans" cxnId="{B99CA6C9-28D1-4DDB-B8EC-AED73AD115CA}">
      <dgm:prSet/>
      <dgm:spPr/>
      <dgm:t>
        <a:bodyPr/>
        <a:lstStyle/>
        <a:p>
          <a:pPr algn="ctr"/>
          <a:endParaRPr lang="en-US" sz="2800">
            <a:latin typeface="+mn-lt"/>
          </a:endParaRPr>
        </a:p>
      </dgm:t>
    </dgm:pt>
    <dgm:pt modelId="{B208B24A-E9FD-40A9-B764-FB7C2B7ED8B9}" type="sibTrans" cxnId="{B99CA6C9-28D1-4DDB-B8EC-AED73AD115CA}">
      <dgm:prSet/>
      <dgm:spPr/>
      <dgm:t>
        <a:bodyPr/>
        <a:lstStyle/>
        <a:p>
          <a:pPr algn="ctr"/>
          <a:endParaRPr lang="en-US" sz="2800">
            <a:latin typeface="+mn-lt"/>
          </a:endParaRPr>
        </a:p>
      </dgm:t>
    </dgm:pt>
    <dgm:pt modelId="{91969DED-4CB8-4A14-A50B-3F7B848E46B5}">
      <dgm:prSet phldrT="[Text]" phldr="0" custT="1"/>
      <dgm:spPr/>
      <dgm:t>
        <a:bodyPr/>
        <a:lstStyle/>
        <a:p>
          <a:pPr algn="ctr">
            <a:defRPr b="1"/>
          </a:pPr>
          <a:r>
            <a:rPr lang="en-US" sz="2400" dirty="0">
              <a:latin typeface="+mn-lt"/>
            </a:rPr>
            <a:t>Q4</a:t>
          </a:r>
        </a:p>
      </dgm:t>
    </dgm:pt>
    <dgm:pt modelId="{441CD73D-85E1-42A6-BCF8-362A3247E2F3}" type="parTrans" cxnId="{537F2ED0-8BD0-4AD5-B60D-89B660EDA1AC}">
      <dgm:prSet/>
      <dgm:spPr/>
      <dgm:t>
        <a:bodyPr/>
        <a:lstStyle/>
        <a:p>
          <a:pPr algn="ctr"/>
          <a:endParaRPr lang="en-US" sz="2800">
            <a:latin typeface="+mn-lt"/>
          </a:endParaRPr>
        </a:p>
      </dgm:t>
    </dgm:pt>
    <dgm:pt modelId="{81CA8AA2-C0C3-4381-BA8B-413EDD578B83}" type="sibTrans" cxnId="{537F2ED0-8BD0-4AD5-B60D-89B660EDA1AC}">
      <dgm:prSet/>
      <dgm:spPr/>
      <dgm:t>
        <a:bodyPr/>
        <a:lstStyle/>
        <a:p>
          <a:pPr algn="ctr"/>
          <a:endParaRPr lang="en-US" sz="2800">
            <a:latin typeface="+mn-lt"/>
          </a:endParaRPr>
        </a:p>
      </dgm:t>
    </dgm:pt>
    <dgm:pt modelId="{8A04F340-E8E1-4146-9905-E7ADCAEAABD7}">
      <dgm:prSet phldrT="[Text]" phldr="0" custT="1"/>
      <dgm:spPr/>
      <dgm:t>
        <a:bodyPr/>
        <a:lstStyle/>
        <a:p>
          <a:pPr algn="ctr"/>
          <a:r>
            <a:rPr lang="en-US" sz="2000" dirty="0">
              <a:latin typeface="+mn-lt"/>
            </a:rPr>
            <a:t>Product development</a:t>
          </a:r>
        </a:p>
      </dgm:t>
    </dgm:pt>
    <dgm:pt modelId="{4EBD5EC2-45ED-4ED6-8376-97D155A911AE}" type="parTrans" cxnId="{E636BFFB-0404-4D4B-B3F0-C64FDFD9DDEF}">
      <dgm:prSet/>
      <dgm:spPr/>
      <dgm:t>
        <a:bodyPr/>
        <a:lstStyle/>
        <a:p>
          <a:pPr algn="ctr"/>
          <a:endParaRPr lang="en-US" sz="2800">
            <a:latin typeface="+mn-lt"/>
          </a:endParaRPr>
        </a:p>
      </dgm:t>
    </dgm:pt>
    <dgm:pt modelId="{F9CD2A04-6A34-4104-A971-391788B88F55}" type="sibTrans" cxnId="{E636BFFB-0404-4D4B-B3F0-C64FDFD9DDEF}">
      <dgm:prSet/>
      <dgm:spPr/>
      <dgm:t>
        <a:bodyPr/>
        <a:lstStyle/>
        <a:p>
          <a:pPr algn="ctr"/>
          <a:endParaRPr lang="en-US" sz="2800">
            <a:latin typeface="+mn-lt"/>
          </a:endParaRPr>
        </a:p>
      </dgm:t>
    </dgm:pt>
    <dgm:pt modelId="{3CC73758-10C1-47F8-AFA7-1A986D4DDD60}">
      <dgm:prSet phldrT="[Text]" phldr="0" custT="1"/>
      <dgm:spPr/>
      <dgm:t>
        <a:bodyPr/>
        <a:lstStyle/>
        <a:p>
          <a:pPr algn="ctr">
            <a:defRPr b="1"/>
          </a:pPr>
          <a:r>
            <a:rPr lang="en-US" sz="2400" dirty="0">
              <a:latin typeface="+mn-lt"/>
            </a:rPr>
            <a:t>Q1</a:t>
          </a:r>
        </a:p>
      </dgm:t>
    </dgm:pt>
    <dgm:pt modelId="{FF6AE4B6-4A2F-49EE-9316-9AF55E77838B}" type="parTrans" cxnId="{4A69F85D-5C15-48FD-893A-B3050E1BADEB}">
      <dgm:prSet/>
      <dgm:spPr/>
      <dgm:t>
        <a:bodyPr/>
        <a:lstStyle/>
        <a:p>
          <a:pPr algn="ctr"/>
          <a:endParaRPr lang="en-US" sz="2800">
            <a:latin typeface="+mn-lt"/>
          </a:endParaRPr>
        </a:p>
      </dgm:t>
    </dgm:pt>
    <dgm:pt modelId="{D8170BBA-6035-4773-8431-FEDD687647FF}" type="sibTrans" cxnId="{4A69F85D-5C15-48FD-893A-B3050E1BADEB}">
      <dgm:prSet/>
      <dgm:spPr/>
      <dgm:t>
        <a:bodyPr/>
        <a:lstStyle/>
        <a:p>
          <a:pPr algn="ctr"/>
          <a:endParaRPr lang="en-US" sz="2800">
            <a:latin typeface="+mn-lt"/>
          </a:endParaRPr>
        </a:p>
      </dgm:t>
    </dgm:pt>
    <dgm:pt modelId="{FD9CA14A-483C-4869-B0C1-7C5FB7EEDBCC}">
      <dgm:prSet phldrT="[Text]" phldr="0" custT="1"/>
      <dgm:spPr/>
      <dgm:t>
        <a:bodyPr/>
        <a:lstStyle/>
        <a:p>
          <a:pPr algn="ctr"/>
          <a:r>
            <a:rPr lang="en-US" sz="2000" dirty="0">
              <a:latin typeface="+mn-lt"/>
            </a:rPr>
            <a:t> User </a:t>
          </a:r>
          <a:br>
            <a:rPr lang="en-US" sz="2000" dirty="0">
              <a:latin typeface="+mn-lt"/>
            </a:rPr>
          </a:br>
          <a:r>
            <a:rPr lang="en-US" sz="2000" dirty="0">
              <a:latin typeface="+mn-lt"/>
            </a:rPr>
            <a:t>testing</a:t>
          </a:r>
        </a:p>
      </dgm:t>
    </dgm:pt>
    <dgm:pt modelId="{8182A92F-45BA-4CD1-8E43-0B0810A50FEB}" type="parTrans" cxnId="{5EDA943F-300F-408A-A52E-3D5140FD5C22}">
      <dgm:prSet/>
      <dgm:spPr/>
      <dgm:t>
        <a:bodyPr/>
        <a:lstStyle/>
        <a:p>
          <a:pPr algn="ctr"/>
          <a:endParaRPr lang="en-US" sz="2800">
            <a:latin typeface="+mn-lt"/>
          </a:endParaRPr>
        </a:p>
      </dgm:t>
    </dgm:pt>
    <dgm:pt modelId="{914BB93C-EA8A-4B5B-8F06-30DA7C7F4B7B}" type="sibTrans" cxnId="{5EDA943F-300F-408A-A52E-3D5140FD5C22}">
      <dgm:prSet/>
      <dgm:spPr/>
      <dgm:t>
        <a:bodyPr/>
        <a:lstStyle/>
        <a:p>
          <a:pPr algn="ctr"/>
          <a:endParaRPr lang="en-US" sz="2800">
            <a:latin typeface="+mn-lt"/>
          </a:endParaRPr>
        </a:p>
      </dgm:t>
    </dgm:pt>
    <dgm:pt modelId="{D2FE027B-4161-41E1-B4D4-02AECB2E3FA0}">
      <dgm:prSet phldrT="[Text]" phldr="0" custT="1"/>
      <dgm:spPr/>
      <dgm:t>
        <a:bodyPr/>
        <a:lstStyle/>
        <a:p>
          <a:pPr algn="ctr">
            <a:defRPr b="1"/>
          </a:pPr>
          <a:r>
            <a:rPr lang="en-US" sz="2400" dirty="0">
              <a:latin typeface="+mn-lt"/>
            </a:rPr>
            <a:t>Q2</a:t>
          </a:r>
        </a:p>
      </dgm:t>
    </dgm:pt>
    <dgm:pt modelId="{88680CFE-3CE0-4842-B3D3-716D3B671238}" type="parTrans" cxnId="{4F4F82A2-02F1-492B-96C1-46C070BEFCE3}">
      <dgm:prSet/>
      <dgm:spPr/>
      <dgm:t>
        <a:bodyPr/>
        <a:lstStyle/>
        <a:p>
          <a:pPr algn="ctr"/>
          <a:endParaRPr lang="en-US" sz="2800">
            <a:latin typeface="+mn-lt"/>
          </a:endParaRPr>
        </a:p>
      </dgm:t>
    </dgm:pt>
    <dgm:pt modelId="{4D59E06B-629C-40B5-96D3-423B7A56C945}" type="sibTrans" cxnId="{4F4F82A2-02F1-492B-96C1-46C070BEFCE3}">
      <dgm:prSet/>
      <dgm:spPr/>
      <dgm:t>
        <a:bodyPr/>
        <a:lstStyle/>
        <a:p>
          <a:pPr algn="ctr"/>
          <a:endParaRPr lang="en-US" sz="2800">
            <a:latin typeface="+mn-lt"/>
          </a:endParaRPr>
        </a:p>
      </dgm:t>
    </dgm:pt>
    <dgm:pt modelId="{2BE415B7-7185-4956-8487-237B40BC0EE5}">
      <dgm:prSet phldrT="[Text]" phldr="0" custT="1"/>
      <dgm:spPr/>
      <dgm:t>
        <a:bodyPr/>
        <a:lstStyle/>
        <a:p>
          <a:pPr algn="ctr"/>
          <a:r>
            <a:rPr lang="en-US" sz="2000" dirty="0">
              <a:latin typeface="+mn-lt"/>
            </a:rPr>
            <a:t>Product launch</a:t>
          </a:r>
        </a:p>
      </dgm:t>
    </dgm:pt>
    <dgm:pt modelId="{A38E847E-0D1D-4F40-9A71-4D5999ADE08B}" type="parTrans" cxnId="{CB32A309-9CA9-4554-941D-519A91A9E733}">
      <dgm:prSet/>
      <dgm:spPr/>
      <dgm:t>
        <a:bodyPr/>
        <a:lstStyle/>
        <a:p>
          <a:pPr algn="ctr"/>
          <a:endParaRPr lang="en-US" sz="2800">
            <a:latin typeface="+mn-lt"/>
          </a:endParaRPr>
        </a:p>
      </dgm:t>
    </dgm:pt>
    <dgm:pt modelId="{F0D1C61C-E3F2-49BA-A2D8-C04A81308E5D}" type="sibTrans" cxnId="{CB32A309-9CA9-4554-941D-519A91A9E733}">
      <dgm:prSet/>
      <dgm:spPr/>
      <dgm:t>
        <a:bodyPr/>
        <a:lstStyle/>
        <a:p>
          <a:pPr algn="ctr"/>
          <a:endParaRPr lang="en-US" sz="2800">
            <a:latin typeface="+mn-lt"/>
          </a:endParaRPr>
        </a:p>
      </dgm:t>
    </dgm:pt>
    <dgm:pt modelId="{9FFA803F-EA25-49D8-A073-96E9747E345F}" type="pres">
      <dgm:prSet presAssocID="{A66480AC-C0DE-4E5E-9ECD-9AE37E3FCB79}" presName="root" presStyleCnt="0">
        <dgm:presLayoutVars>
          <dgm:chMax/>
          <dgm:chPref/>
          <dgm:animLvl val="lvl"/>
        </dgm:presLayoutVars>
      </dgm:prSet>
      <dgm:spPr/>
    </dgm:pt>
    <dgm:pt modelId="{EE0E6265-BE99-48D1-8879-DB5A75D6D78E}" type="pres">
      <dgm:prSet presAssocID="{A66480AC-C0DE-4E5E-9ECD-9AE37E3FCB79}" presName="divider" presStyleLbl="fgAccFollowNode1" presStyleIdx="0" presStyleCnt="1"/>
      <dgm:spPr>
        <a:solidFill>
          <a:schemeClr val="dk2">
            <a:alpha val="90000"/>
            <a:tint val="40000"/>
            <a:hueOff val="0"/>
            <a:satOff val="0"/>
            <a:lumOff val="0"/>
            <a:alphaOff val="0"/>
          </a:schemeClr>
        </a:solidFill>
        <a:ln w="19050" cap="rnd" cmpd="sng" algn="ctr">
          <a:solidFill>
            <a:schemeClr val="dk2">
              <a:alpha val="90000"/>
              <a:tint val="40000"/>
              <a:hueOff val="0"/>
              <a:satOff val="0"/>
              <a:lumOff val="0"/>
              <a:alphaOff val="0"/>
            </a:schemeClr>
          </a:solidFill>
          <a:prstDash val="solid"/>
          <a:tailEnd type="triangle" w="lg" len="lg"/>
        </a:ln>
        <a:effectLst/>
      </dgm:spPr>
    </dgm:pt>
    <dgm:pt modelId="{BDA8F949-88B8-486D-9E41-ABA1463A8926}" type="pres">
      <dgm:prSet presAssocID="{A66480AC-C0DE-4E5E-9ECD-9AE37E3FCB79}" presName="nodes" presStyleCnt="0">
        <dgm:presLayoutVars>
          <dgm:chMax/>
          <dgm:chPref/>
          <dgm:animLvl val="lvl"/>
        </dgm:presLayoutVars>
      </dgm:prSet>
      <dgm:spPr/>
    </dgm:pt>
    <dgm:pt modelId="{A41AEE8D-8763-4311-BB07-B499A93D76EA}" type="pres">
      <dgm:prSet presAssocID="{A8C03FBB-4A75-4460-AEA6-DEAEB9C61496}" presName="composite" presStyleCnt="0"/>
      <dgm:spPr/>
    </dgm:pt>
    <dgm:pt modelId="{FE5C7F33-9326-49FB-89A3-8A20163AD994}" type="pres">
      <dgm:prSet presAssocID="{A8C03FBB-4A75-4460-AEA6-DEAEB9C61496}" presName="L1TextContainer" presStyleLbl="revTx" presStyleIdx="0" presStyleCnt="4">
        <dgm:presLayoutVars>
          <dgm:chMax val="1"/>
          <dgm:chPref val="1"/>
          <dgm:bulletEnabled val="1"/>
        </dgm:presLayoutVars>
      </dgm:prSet>
      <dgm:spPr/>
    </dgm:pt>
    <dgm:pt modelId="{C51067AB-548D-47E7-B9DD-C7A4C9600F8C}" type="pres">
      <dgm:prSet presAssocID="{A8C03FBB-4A75-4460-AEA6-DEAEB9C61496}" presName="L2TextContainerWrapper" presStyleCnt="0">
        <dgm:presLayoutVars>
          <dgm:chMax val="0"/>
          <dgm:chPref val="0"/>
          <dgm:bulletEnabled val="1"/>
        </dgm:presLayoutVars>
      </dgm:prSet>
      <dgm:spPr/>
    </dgm:pt>
    <dgm:pt modelId="{BA29120C-7C6B-4F62-9079-4AD528BC0744}" type="pres">
      <dgm:prSet presAssocID="{A8C03FBB-4A75-4460-AEA6-DEAEB9C61496}" presName="L2TextContainer" presStyleLbl="bgAcc1" presStyleIdx="0" presStyleCnt="4"/>
      <dgm:spPr/>
    </dgm:pt>
    <dgm:pt modelId="{617B6CDA-9351-44EF-9011-41758FE93851}" type="pres">
      <dgm:prSet presAssocID="{A8C03FBB-4A75-4460-AEA6-DEAEB9C61496}" presName="FlexibleEmptyPlaceHolder" presStyleCnt="0"/>
      <dgm:spPr/>
    </dgm:pt>
    <dgm:pt modelId="{A95DB80B-444A-4D69-B205-3A801BB8524A}" type="pres">
      <dgm:prSet presAssocID="{A8C03FBB-4A75-4460-AEA6-DEAEB9C61496}" presName="ConnectLine" presStyleLbl="sibTrans1D1" presStyleIdx="0" presStyleCnt="4"/>
      <dgm:spPr>
        <a:noFill/>
        <a:ln w="12700" cap="rnd" cmpd="sng" algn="ctr">
          <a:solidFill>
            <a:schemeClr val="dk2">
              <a:hueOff val="0"/>
              <a:satOff val="0"/>
              <a:lumOff val="0"/>
              <a:alphaOff val="0"/>
            </a:schemeClr>
          </a:solidFill>
          <a:prstDash val="dash"/>
        </a:ln>
        <a:effectLst/>
      </dgm:spPr>
    </dgm:pt>
    <dgm:pt modelId="{FA19A0AA-8B0B-4AA8-A80D-08CFFDD3F112}" type="pres">
      <dgm:prSet presAssocID="{A8C03FBB-4A75-4460-AEA6-DEAEB9C61496}" presName="ConnectorPoint" presStyleLbl="alignNode1" presStyleIdx="0" presStyleCnt="4"/>
      <dgm:spPr/>
    </dgm:pt>
    <dgm:pt modelId="{C298CC98-EF08-4D23-94A2-F58DEE6D7DE4}" type="pres">
      <dgm:prSet presAssocID="{A8C03FBB-4A75-4460-AEA6-DEAEB9C61496}" presName="EmptyPlaceHolder" presStyleCnt="0"/>
      <dgm:spPr/>
    </dgm:pt>
    <dgm:pt modelId="{F3D981F8-7433-4E93-99E6-2B447306B973}" type="pres">
      <dgm:prSet presAssocID="{67361508-930A-4A23-8CFC-BB56DA645C3C}" presName="spaceBetweenRectangles" presStyleCnt="0"/>
      <dgm:spPr/>
    </dgm:pt>
    <dgm:pt modelId="{7D29DFA7-018B-45C9-AC1C-5CFC82FEE150}" type="pres">
      <dgm:prSet presAssocID="{91969DED-4CB8-4A14-A50B-3F7B848E46B5}" presName="composite" presStyleCnt="0"/>
      <dgm:spPr/>
    </dgm:pt>
    <dgm:pt modelId="{60D0713D-AF69-4AF8-B071-F65622790886}" type="pres">
      <dgm:prSet presAssocID="{91969DED-4CB8-4A14-A50B-3F7B848E46B5}" presName="L1TextContainer" presStyleLbl="revTx" presStyleIdx="1" presStyleCnt="4">
        <dgm:presLayoutVars>
          <dgm:chMax val="1"/>
          <dgm:chPref val="1"/>
          <dgm:bulletEnabled val="1"/>
        </dgm:presLayoutVars>
      </dgm:prSet>
      <dgm:spPr/>
    </dgm:pt>
    <dgm:pt modelId="{5DAA1547-FEA7-4F69-96D3-0E3A07601B1E}" type="pres">
      <dgm:prSet presAssocID="{91969DED-4CB8-4A14-A50B-3F7B848E46B5}" presName="L2TextContainerWrapper" presStyleCnt="0">
        <dgm:presLayoutVars>
          <dgm:chMax val="0"/>
          <dgm:chPref val="0"/>
          <dgm:bulletEnabled val="1"/>
        </dgm:presLayoutVars>
      </dgm:prSet>
      <dgm:spPr/>
    </dgm:pt>
    <dgm:pt modelId="{DADAA0C9-3E42-4088-8622-30E9F6EA139A}" type="pres">
      <dgm:prSet presAssocID="{91969DED-4CB8-4A14-A50B-3F7B848E46B5}" presName="L2TextContainer" presStyleLbl="bgAcc1" presStyleIdx="1" presStyleCnt="4"/>
      <dgm:spPr/>
    </dgm:pt>
    <dgm:pt modelId="{D2E61EE0-F306-43AF-AFF9-74A14B9CF379}" type="pres">
      <dgm:prSet presAssocID="{91969DED-4CB8-4A14-A50B-3F7B848E46B5}" presName="FlexibleEmptyPlaceHolder" presStyleCnt="0"/>
      <dgm:spPr/>
    </dgm:pt>
    <dgm:pt modelId="{DBD74D6B-057A-432C-9067-BF618C19EB2A}" type="pres">
      <dgm:prSet presAssocID="{91969DED-4CB8-4A14-A50B-3F7B848E46B5}" presName="ConnectLine" presStyleLbl="sibTrans1D1" presStyleIdx="1" presStyleCnt="4"/>
      <dgm:spPr>
        <a:noFill/>
        <a:ln w="12700" cap="rnd" cmpd="sng" algn="ctr">
          <a:solidFill>
            <a:schemeClr val="dk2">
              <a:hueOff val="0"/>
              <a:satOff val="0"/>
              <a:lumOff val="0"/>
              <a:alphaOff val="0"/>
            </a:schemeClr>
          </a:solidFill>
          <a:prstDash val="dash"/>
        </a:ln>
        <a:effectLst/>
      </dgm:spPr>
    </dgm:pt>
    <dgm:pt modelId="{0F979253-FD39-4920-BFCA-78C564B167EA}" type="pres">
      <dgm:prSet presAssocID="{91969DED-4CB8-4A14-A50B-3F7B848E46B5}" presName="ConnectorPoint" presStyleLbl="alignNode1" presStyleIdx="1" presStyleCnt="4"/>
      <dgm:spPr/>
    </dgm:pt>
    <dgm:pt modelId="{C9B4B298-E04C-4317-856D-E345FE5EC64B}" type="pres">
      <dgm:prSet presAssocID="{91969DED-4CB8-4A14-A50B-3F7B848E46B5}" presName="EmptyPlaceHolder" presStyleCnt="0"/>
      <dgm:spPr/>
    </dgm:pt>
    <dgm:pt modelId="{9B636147-AF19-40E0-BE7D-3BE8148CC024}" type="pres">
      <dgm:prSet presAssocID="{81CA8AA2-C0C3-4381-BA8B-413EDD578B83}" presName="spaceBetweenRectangles" presStyleCnt="0"/>
      <dgm:spPr/>
    </dgm:pt>
    <dgm:pt modelId="{76CB18D4-86E2-467C-A2CF-3ED9EFE66BEA}" type="pres">
      <dgm:prSet presAssocID="{3CC73758-10C1-47F8-AFA7-1A986D4DDD60}" presName="composite" presStyleCnt="0"/>
      <dgm:spPr/>
    </dgm:pt>
    <dgm:pt modelId="{E712D073-0B15-4887-9DCE-A27BCACBC178}" type="pres">
      <dgm:prSet presAssocID="{3CC73758-10C1-47F8-AFA7-1A986D4DDD60}" presName="L1TextContainer" presStyleLbl="revTx" presStyleIdx="2" presStyleCnt="4">
        <dgm:presLayoutVars>
          <dgm:chMax val="1"/>
          <dgm:chPref val="1"/>
          <dgm:bulletEnabled val="1"/>
        </dgm:presLayoutVars>
      </dgm:prSet>
      <dgm:spPr/>
    </dgm:pt>
    <dgm:pt modelId="{4C57E835-21E8-44E9-8CE3-1E2D478ECB2B}" type="pres">
      <dgm:prSet presAssocID="{3CC73758-10C1-47F8-AFA7-1A986D4DDD60}" presName="L2TextContainerWrapper" presStyleCnt="0">
        <dgm:presLayoutVars>
          <dgm:chMax val="0"/>
          <dgm:chPref val="0"/>
          <dgm:bulletEnabled val="1"/>
        </dgm:presLayoutVars>
      </dgm:prSet>
      <dgm:spPr/>
    </dgm:pt>
    <dgm:pt modelId="{E0D48281-565D-47A3-9B6C-576231178549}" type="pres">
      <dgm:prSet presAssocID="{3CC73758-10C1-47F8-AFA7-1A986D4DDD60}" presName="L2TextContainer" presStyleLbl="bgAcc1" presStyleIdx="2" presStyleCnt="4"/>
      <dgm:spPr/>
    </dgm:pt>
    <dgm:pt modelId="{E0365E95-CAD6-4660-956D-E490447A5CB4}" type="pres">
      <dgm:prSet presAssocID="{3CC73758-10C1-47F8-AFA7-1A986D4DDD60}" presName="FlexibleEmptyPlaceHolder" presStyleCnt="0"/>
      <dgm:spPr/>
    </dgm:pt>
    <dgm:pt modelId="{DCAE8A46-752C-4E82-84CE-E790E1F2918E}" type="pres">
      <dgm:prSet presAssocID="{3CC73758-10C1-47F8-AFA7-1A986D4DDD60}" presName="ConnectLine" presStyleLbl="sibTrans1D1" presStyleIdx="2" presStyleCnt="4"/>
      <dgm:spPr>
        <a:noFill/>
        <a:ln w="12700" cap="rnd" cmpd="sng" algn="ctr">
          <a:solidFill>
            <a:schemeClr val="dk2">
              <a:hueOff val="0"/>
              <a:satOff val="0"/>
              <a:lumOff val="0"/>
              <a:alphaOff val="0"/>
            </a:schemeClr>
          </a:solidFill>
          <a:prstDash val="dash"/>
        </a:ln>
        <a:effectLst/>
      </dgm:spPr>
    </dgm:pt>
    <dgm:pt modelId="{B6459BF8-D2C3-4018-9C28-98667DC203F4}" type="pres">
      <dgm:prSet presAssocID="{3CC73758-10C1-47F8-AFA7-1A986D4DDD60}" presName="ConnectorPoint" presStyleLbl="alignNode1" presStyleIdx="2" presStyleCnt="4"/>
      <dgm:spPr/>
    </dgm:pt>
    <dgm:pt modelId="{EAB0CCC2-BFF9-432D-BA8E-7ECAF2D92AF2}" type="pres">
      <dgm:prSet presAssocID="{3CC73758-10C1-47F8-AFA7-1A986D4DDD60}" presName="EmptyPlaceHolder" presStyleCnt="0"/>
      <dgm:spPr/>
    </dgm:pt>
    <dgm:pt modelId="{07073103-04B7-4C74-9AC8-048764100B10}" type="pres">
      <dgm:prSet presAssocID="{D8170BBA-6035-4773-8431-FEDD687647FF}" presName="spaceBetweenRectangles" presStyleCnt="0"/>
      <dgm:spPr/>
    </dgm:pt>
    <dgm:pt modelId="{C68762A5-E9DF-484F-B385-6C7E07325E98}" type="pres">
      <dgm:prSet presAssocID="{D2FE027B-4161-41E1-B4D4-02AECB2E3FA0}" presName="composite" presStyleCnt="0"/>
      <dgm:spPr/>
    </dgm:pt>
    <dgm:pt modelId="{F782935D-BBBD-4420-826A-F71C517659B6}" type="pres">
      <dgm:prSet presAssocID="{D2FE027B-4161-41E1-B4D4-02AECB2E3FA0}" presName="L1TextContainer" presStyleLbl="revTx" presStyleIdx="3" presStyleCnt="4">
        <dgm:presLayoutVars>
          <dgm:chMax val="1"/>
          <dgm:chPref val="1"/>
          <dgm:bulletEnabled val="1"/>
        </dgm:presLayoutVars>
      </dgm:prSet>
      <dgm:spPr/>
    </dgm:pt>
    <dgm:pt modelId="{3C71E446-482E-4CAC-8D42-2D4AC020412B}" type="pres">
      <dgm:prSet presAssocID="{D2FE027B-4161-41E1-B4D4-02AECB2E3FA0}" presName="L2TextContainerWrapper" presStyleCnt="0">
        <dgm:presLayoutVars>
          <dgm:chMax val="0"/>
          <dgm:chPref val="0"/>
          <dgm:bulletEnabled val="1"/>
        </dgm:presLayoutVars>
      </dgm:prSet>
      <dgm:spPr/>
    </dgm:pt>
    <dgm:pt modelId="{6C3A59BD-6D45-4573-B098-8CB5207F194D}" type="pres">
      <dgm:prSet presAssocID="{D2FE027B-4161-41E1-B4D4-02AECB2E3FA0}" presName="L2TextContainer" presStyleLbl="bgAcc1" presStyleIdx="3" presStyleCnt="4"/>
      <dgm:spPr/>
    </dgm:pt>
    <dgm:pt modelId="{8EB042C8-D666-4667-A1E4-E0C87151B72F}" type="pres">
      <dgm:prSet presAssocID="{D2FE027B-4161-41E1-B4D4-02AECB2E3FA0}" presName="FlexibleEmptyPlaceHolder" presStyleCnt="0"/>
      <dgm:spPr/>
    </dgm:pt>
    <dgm:pt modelId="{086FB9B1-82B2-4197-8B33-6E7FF94F8D2E}" type="pres">
      <dgm:prSet presAssocID="{D2FE027B-4161-41E1-B4D4-02AECB2E3FA0}" presName="ConnectLine" presStyleLbl="sibTrans1D1" presStyleIdx="3" presStyleCnt="4"/>
      <dgm:spPr>
        <a:noFill/>
        <a:ln w="12700" cap="rnd" cmpd="sng" algn="ctr">
          <a:solidFill>
            <a:schemeClr val="dk2">
              <a:hueOff val="0"/>
              <a:satOff val="0"/>
              <a:lumOff val="0"/>
              <a:alphaOff val="0"/>
            </a:schemeClr>
          </a:solidFill>
          <a:prstDash val="dash"/>
        </a:ln>
        <a:effectLst/>
      </dgm:spPr>
    </dgm:pt>
    <dgm:pt modelId="{3F359E8B-7C7E-4FD9-B106-36CCBFC731D5}" type="pres">
      <dgm:prSet presAssocID="{D2FE027B-4161-41E1-B4D4-02AECB2E3FA0}" presName="ConnectorPoint" presStyleLbl="alignNode1" presStyleIdx="3" presStyleCnt="4"/>
      <dgm:spPr/>
    </dgm:pt>
    <dgm:pt modelId="{34434334-A935-4057-946F-93B826088F38}" type="pres">
      <dgm:prSet presAssocID="{D2FE027B-4161-41E1-B4D4-02AECB2E3FA0}" presName="EmptyPlaceHolder" presStyleCnt="0"/>
      <dgm:spPr/>
    </dgm:pt>
  </dgm:ptLst>
  <dgm:cxnLst>
    <dgm:cxn modelId="{CB32A309-9CA9-4554-941D-519A91A9E733}" srcId="{D2FE027B-4161-41E1-B4D4-02AECB2E3FA0}" destId="{2BE415B7-7185-4956-8487-237B40BC0EE5}" srcOrd="0" destOrd="0" parTransId="{A38E847E-0D1D-4F40-9A71-4D5999ADE08B}" sibTransId="{F0D1C61C-E3F2-49BA-A2D8-C04A81308E5D}"/>
    <dgm:cxn modelId="{64516513-C9B3-4B52-A434-6178ACAB3599}" type="presOf" srcId="{91969DED-4CB8-4A14-A50B-3F7B848E46B5}" destId="{60D0713D-AF69-4AF8-B071-F65622790886}" srcOrd="0" destOrd="0" presId="urn:microsoft.com/office/officeart/2016/7/layout/BasicTimeline"/>
    <dgm:cxn modelId="{3760A536-08D8-4D45-9A8D-A21E58E17F8A}" type="presOf" srcId="{D2FE027B-4161-41E1-B4D4-02AECB2E3FA0}" destId="{F782935D-BBBD-4420-826A-F71C517659B6}" srcOrd="0" destOrd="0" presId="urn:microsoft.com/office/officeart/2016/7/layout/BasicTimeline"/>
    <dgm:cxn modelId="{5EDA943F-300F-408A-A52E-3D5140FD5C22}" srcId="{3CC73758-10C1-47F8-AFA7-1A986D4DDD60}" destId="{FD9CA14A-483C-4869-B0C1-7C5FB7EEDBCC}" srcOrd="0" destOrd="0" parTransId="{8182A92F-45BA-4CD1-8E43-0B0810A50FEB}" sibTransId="{914BB93C-EA8A-4B5B-8F06-30DA7C7F4B7B}"/>
    <dgm:cxn modelId="{4A69F85D-5C15-48FD-893A-B3050E1BADEB}" srcId="{A66480AC-C0DE-4E5E-9ECD-9AE37E3FCB79}" destId="{3CC73758-10C1-47F8-AFA7-1A986D4DDD60}" srcOrd="2" destOrd="0" parTransId="{FF6AE4B6-4A2F-49EE-9316-9AF55E77838B}" sibTransId="{D8170BBA-6035-4773-8431-FEDD687647FF}"/>
    <dgm:cxn modelId="{D3D81948-D963-4D1E-AE16-9705EAF510FC}" srcId="{A66480AC-C0DE-4E5E-9ECD-9AE37E3FCB79}" destId="{A8C03FBB-4A75-4460-AEA6-DEAEB9C61496}" srcOrd="0" destOrd="0" parTransId="{4E972F7F-4B1B-47AA-A25B-1FFC561F1C76}" sibTransId="{67361508-930A-4A23-8CFC-BB56DA645C3C}"/>
    <dgm:cxn modelId="{41643976-DEF5-44B7-B9E7-888F3AEFC45F}" type="presOf" srcId="{3CC73758-10C1-47F8-AFA7-1A986D4DDD60}" destId="{E712D073-0B15-4887-9DCE-A27BCACBC178}" srcOrd="0" destOrd="0" presId="urn:microsoft.com/office/officeart/2016/7/layout/BasicTimeline"/>
    <dgm:cxn modelId="{2D36C892-88AC-490F-8E33-2C73C0E22FF5}" type="presOf" srcId="{2BE415B7-7185-4956-8487-237B40BC0EE5}" destId="{6C3A59BD-6D45-4573-B098-8CB5207F194D}" srcOrd="0" destOrd="0" presId="urn:microsoft.com/office/officeart/2016/7/layout/BasicTimeline"/>
    <dgm:cxn modelId="{E5C7B693-D4EE-4A4E-97D1-4621CA0D3E91}" type="presOf" srcId="{A8C03FBB-4A75-4460-AEA6-DEAEB9C61496}" destId="{FE5C7F33-9326-49FB-89A3-8A20163AD994}" srcOrd="0" destOrd="0" presId="urn:microsoft.com/office/officeart/2016/7/layout/BasicTimeline"/>
    <dgm:cxn modelId="{4F4F82A2-02F1-492B-96C1-46C070BEFCE3}" srcId="{A66480AC-C0DE-4E5E-9ECD-9AE37E3FCB79}" destId="{D2FE027B-4161-41E1-B4D4-02AECB2E3FA0}" srcOrd="3" destOrd="0" parTransId="{88680CFE-3CE0-4842-B3D3-716D3B671238}" sibTransId="{4D59E06B-629C-40B5-96D3-423B7A56C945}"/>
    <dgm:cxn modelId="{4CE397A6-DB48-4AAE-BCFB-3D992789379D}" type="presOf" srcId="{5E71F362-34DF-4EEC-92A3-0EFE450E05E4}" destId="{BA29120C-7C6B-4F62-9079-4AD528BC0744}" srcOrd="0" destOrd="0" presId="urn:microsoft.com/office/officeart/2016/7/layout/BasicTimeline"/>
    <dgm:cxn modelId="{B99CA6C9-28D1-4DDB-B8EC-AED73AD115CA}" srcId="{A8C03FBB-4A75-4460-AEA6-DEAEB9C61496}" destId="{5E71F362-34DF-4EEC-92A3-0EFE450E05E4}" srcOrd="0" destOrd="0" parTransId="{8E5EE4D1-908E-455C-B8B3-281AD42DEC9A}" sibTransId="{B208B24A-E9FD-40A9-B764-FB7C2B7ED8B9}"/>
    <dgm:cxn modelId="{537F2ED0-8BD0-4AD5-B60D-89B660EDA1AC}" srcId="{A66480AC-C0DE-4E5E-9ECD-9AE37E3FCB79}" destId="{91969DED-4CB8-4A14-A50B-3F7B848E46B5}" srcOrd="1" destOrd="0" parTransId="{441CD73D-85E1-42A6-BCF8-362A3247E2F3}" sibTransId="{81CA8AA2-C0C3-4381-BA8B-413EDD578B83}"/>
    <dgm:cxn modelId="{403E30EA-CA23-4A5A-9D22-DF82F93CFF08}" type="presOf" srcId="{A66480AC-C0DE-4E5E-9ECD-9AE37E3FCB79}" destId="{9FFA803F-EA25-49D8-A073-96E9747E345F}" srcOrd="0" destOrd="0" presId="urn:microsoft.com/office/officeart/2016/7/layout/BasicTimeline"/>
    <dgm:cxn modelId="{252B4FF4-6466-43C7-8436-08B55881B5BC}" type="presOf" srcId="{FD9CA14A-483C-4869-B0C1-7C5FB7EEDBCC}" destId="{E0D48281-565D-47A3-9B6C-576231178549}" srcOrd="0" destOrd="0" presId="urn:microsoft.com/office/officeart/2016/7/layout/BasicTimeline"/>
    <dgm:cxn modelId="{9488AFF6-9066-454E-B3C3-57C8BC68F549}" type="presOf" srcId="{8A04F340-E8E1-4146-9905-E7ADCAEAABD7}" destId="{DADAA0C9-3E42-4088-8622-30E9F6EA139A}" srcOrd="0" destOrd="0" presId="urn:microsoft.com/office/officeart/2016/7/layout/BasicTimeline"/>
    <dgm:cxn modelId="{E636BFFB-0404-4D4B-B3F0-C64FDFD9DDEF}" srcId="{91969DED-4CB8-4A14-A50B-3F7B848E46B5}" destId="{8A04F340-E8E1-4146-9905-E7ADCAEAABD7}" srcOrd="0" destOrd="0" parTransId="{4EBD5EC2-45ED-4ED6-8376-97D155A911AE}" sibTransId="{F9CD2A04-6A34-4104-A971-391788B88F55}"/>
    <dgm:cxn modelId="{9C5E351C-4F83-42C9-8766-363923817116}" type="presParOf" srcId="{9FFA803F-EA25-49D8-A073-96E9747E345F}" destId="{EE0E6265-BE99-48D1-8879-DB5A75D6D78E}" srcOrd="0" destOrd="0" presId="urn:microsoft.com/office/officeart/2016/7/layout/BasicTimeline"/>
    <dgm:cxn modelId="{F4A239D2-791C-4FA7-8885-B0E1A7FEAC48}" type="presParOf" srcId="{9FFA803F-EA25-49D8-A073-96E9747E345F}" destId="{BDA8F949-88B8-486D-9E41-ABA1463A8926}" srcOrd="1" destOrd="0" presId="urn:microsoft.com/office/officeart/2016/7/layout/BasicTimeline"/>
    <dgm:cxn modelId="{14D4DBE1-C56F-48BE-A66B-2B0E85E7B755}" type="presParOf" srcId="{BDA8F949-88B8-486D-9E41-ABA1463A8926}" destId="{A41AEE8D-8763-4311-BB07-B499A93D76EA}" srcOrd="0" destOrd="0" presId="urn:microsoft.com/office/officeart/2016/7/layout/BasicTimeline"/>
    <dgm:cxn modelId="{2868F0B4-2D8C-4E60-A800-D7753FFE1445}" type="presParOf" srcId="{A41AEE8D-8763-4311-BB07-B499A93D76EA}" destId="{FE5C7F33-9326-49FB-89A3-8A20163AD994}" srcOrd="0" destOrd="0" presId="urn:microsoft.com/office/officeart/2016/7/layout/BasicTimeline"/>
    <dgm:cxn modelId="{6F72394A-7E16-45AE-B5C9-6D1224450F0E}" type="presParOf" srcId="{A41AEE8D-8763-4311-BB07-B499A93D76EA}" destId="{C51067AB-548D-47E7-B9DD-C7A4C9600F8C}" srcOrd="1" destOrd="0" presId="urn:microsoft.com/office/officeart/2016/7/layout/BasicTimeline"/>
    <dgm:cxn modelId="{2BF023E2-BD82-4543-9797-FF9FAF55B2A5}" type="presParOf" srcId="{C51067AB-548D-47E7-B9DD-C7A4C9600F8C}" destId="{BA29120C-7C6B-4F62-9079-4AD528BC0744}" srcOrd="0" destOrd="0" presId="urn:microsoft.com/office/officeart/2016/7/layout/BasicTimeline"/>
    <dgm:cxn modelId="{2E1DF8FC-1E3D-407B-8B7F-074787FD4D73}" type="presParOf" srcId="{C51067AB-548D-47E7-B9DD-C7A4C9600F8C}" destId="{617B6CDA-9351-44EF-9011-41758FE93851}" srcOrd="1" destOrd="0" presId="urn:microsoft.com/office/officeart/2016/7/layout/BasicTimeline"/>
    <dgm:cxn modelId="{4C3C8707-33EB-4053-85D9-0C1CF04E32CD}" type="presParOf" srcId="{A41AEE8D-8763-4311-BB07-B499A93D76EA}" destId="{A95DB80B-444A-4D69-B205-3A801BB8524A}" srcOrd="2" destOrd="0" presId="urn:microsoft.com/office/officeart/2016/7/layout/BasicTimeline"/>
    <dgm:cxn modelId="{1FE3BD8D-0AF3-46A6-AB51-EDAEC9EB4D89}" type="presParOf" srcId="{A41AEE8D-8763-4311-BB07-B499A93D76EA}" destId="{FA19A0AA-8B0B-4AA8-A80D-08CFFDD3F112}" srcOrd="3" destOrd="0" presId="urn:microsoft.com/office/officeart/2016/7/layout/BasicTimeline"/>
    <dgm:cxn modelId="{B5FDF500-80BD-45C8-BBEB-575AA1DAADE7}" type="presParOf" srcId="{A41AEE8D-8763-4311-BB07-B499A93D76EA}" destId="{C298CC98-EF08-4D23-94A2-F58DEE6D7DE4}" srcOrd="4" destOrd="0" presId="urn:microsoft.com/office/officeart/2016/7/layout/BasicTimeline"/>
    <dgm:cxn modelId="{90EDA9D9-5363-433C-811E-5513B52588D1}" type="presParOf" srcId="{BDA8F949-88B8-486D-9E41-ABA1463A8926}" destId="{F3D981F8-7433-4E93-99E6-2B447306B973}" srcOrd="1" destOrd="0" presId="urn:microsoft.com/office/officeart/2016/7/layout/BasicTimeline"/>
    <dgm:cxn modelId="{7935889E-4736-4C7F-8622-A330C126F16B}" type="presParOf" srcId="{BDA8F949-88B8-486D-9E41-ABA1463A8926}" destId="{7D29DFA7-018B-45C9-AC1C-5CFC82FEE150}" srcOrd="2" destOrd="0" presId="urn:microsoft.com/office/officeart/2016/7/layout/BasicTimeline"/>
    <dgm:cxn modelId="{EB2658D4-3F40-4748-AE39-624B8E620A96}" type="presParOf" srcId="{7D29DFA7-018B-45C9-AC1C-5CFC82FEE150}" destId="{60D0713D-AF69-4AF8-B071-F65622790886}" srcOrd="0" destOrd="0" presId="urn:microsoft.com/office/officeart/2016/7/layout/BasicTimeline"/>
    <dgm:cxn modelId="{51E99B0B-8CC3-4BC2-8250-4C73AF5F12E8}" type="presParOf" srcId="{7D29DFA7-018B-45C9-AC1C-5CFC82FEE150}" destId="{5DAA1547-FEA7-4F69-96D3-0E3A07601B1E}" srcOrd="1" destOrd="0" presId="urn:microsoft.com/office/officeart/2016/7/layout/BasicTimeline"/>
    <dgm:cxn modelId="{9826AAC2-4AE6-4C22-826D-5672547E59BD}" type="presParOf" srcId="{5DAA1547-FEA7-4F69-96D3-0E3A07601B1E}" destId="{DADAA0C9-3E42-4088-8622-30E9F6EA139A}" srcOrd="0" destOrd="0" presId="urn:microsoft.com/office/officeart/2016/7/layout/BasicTimeline"/>
    <dgm:cxn modelId="{EC270DFB-5C5B-40C9-8196-FC46A9C21D19}" type="presParOf" srcId="{5DAA1547-FEA7-4F69-96D3-0E3A07601B1E}" destId="{D2E61EE0-F306-43AF-AFF9-74A14B9CF379}" srcOrd="1" destOrd="0" presId="urn:microsoft.com/office/officeart/2016/7/layout/BasicTimeline"/>
    <dgm:cxn modelId="{CB792D24-F02F-48C4-AC1D-366893851161}" type="presParOf" srcId="{7D29DFA7-018B-45C9-AC1C-5CFC82FEE150}" destId="{DBD74D6B-057A-432C-9067-BF618C19EB2A}" srcOrd="2" destOrd="0" presId="urn:microsoft.com/office/officeart/2016/7/layout/BasicTimeline"/>
    <dgm:cxn modelId="{0B13E8C1-0B1E-425B-8D83-92D34782753B}" type="presParOf" srcId="{7D29DFA7-018B-45C9-AC1C-5CFC82FEE150}" destId="{0F979253-FD39-4920-BFCA-78C564B167EA}" srcOrd="3" destOrd="0" presId="urn:microsoft.com/office/officeart/2016/7/layout/BasicTimeline"/>
    <dgm:cxn modelId="{6B60A5F4-2BAC-4F3F-A227-CB4F69F166D3}" type="presParOf" srcId="{7D29DFA7-018B-45C9-AC1C-5CFC82FEE150}" destId="{C9B4B298-E04C-4317-856D-E345FE5EC64B}" srcOrd="4" destOrd="0" presId="urn:microsoft.com/office/officeart/2016/7/layout/BasicTimeline"/>
    <dgm:cxn modelId="{F632D135-41E2-43A9-9B84-8A9C50BA663F}" type="presParOf" srcId="{BDA8F949-88B8-486D-9E41-ABA1463A8926}" destId="{9B636147-AF19-40E0-BE7D-3BE8148CC024}" srcOrd="3" destOrd="0" presId="urn:microsoft.com/office/officeart/2016/7/layout/BasicTimeline"/>
    <dgm:cxn modelId="{3411521A-E802-4A42-B7EC-D46E6B3B7C96}" type="presParOf" srcId="{BDA8F949-88B8-486D-9E41-ABA1463A8926}" destId="{76CB18D4-86E2-467C-A2CF-3ED9EFE66BEA}" srcOrd="4" destOrd="0" presId="urn:microsoft.com/office/officeart/2016/7/layout/BasicTimeline"/>
    <dgm:cxn modelId="{88CD890C-B8E8-4CDA-B032-3A9A3F32FD79}" type="presParOf" srcId="{76CB18D4-86E2-467C-A2CF-3ED9EFE66BEA}" destId="{E712D073-0B15-4887-9DCE-A27BCACBC178}" srcOrd="0" destOrd="0" presId="urn:microsoft.com/office/officeart/2016/7/layout/BasicTimeline"/>
    <dgm:cxn modelId="{AB1754FF-81F0-4ADB-A662-440DA0FBE430}" type="presParOf" srcId="{76CB18D4-86E2-467C-A2CF-3ED9EFE66BEA}" destId="{4C57E835-21E8-44E9-8CE3-1E2D478ECB2B}" srcOrd="1" destOrd="0" presId="urn:microsoft.com/office/officeart/2016/7/layout/BasicTimeline"/>
    <dgm:cxn modelId="{03EB58B1-E5D1-49BD-8FE7-FF1A8E5CDD51}" type="presParOf" srcId="{4C57E835-21E8-44E9-8CE3-1E2D478ECB2B}" destId="{E0D48281-565D-47A3-9B6C-576231178549}" srcOrd="0" destOrd="0" presId="urn:microsoft.com/office/officeart/2016/7/layout/BasicTimeline"/>
    <dgm:cxn modelId="{C7D8A92C-6CBF-4FA3-931B-5668E18C280C}" type="presParOf" srcId="{4C57E835-21E8-44E9-8CE3-1E2D478ECB2B}" destId="{E0365E95-CAD6-4660-956D-E490447A5CB4}" srcOrd="1" destOrd="0" presId="urn:microsoft.com/office/officeart/2016/7/layout/BasicTimeline"/>
    <dgm:cxn modelId="{57009207-8976-4EFD-876A-EF1C91AB599A}" type="presParOf" srcId="{76CB18D4-86E2-467C-A2CF-3ED9EFE66BEA}" destId="{DCAE8A46-752C-4E82-84CE-E790E1F2918E}" srcOrd="2" destOrd="0" presId="urn:microsoft.com/office/officeart/2016/7/layout/BasicTimeline"/>
    <dgm:cxn modelId="{A5FB4889-2275-4DD2-ADF0-583A5D1AE1ED}" type="presParOf" srcId="{76CB18D4-86E2-467C-A2CF-3ED9EFE66BEA}" destId="{B6459BF8-D2C3-4018-9C28-98667DC203F4}" srcOrd="3" destOrd="0" presId="urn:microsoft.com/office/officeart/2016/7/layout/BasicTimeline"/>
    <dgm:cxn modelId="{8B3418BE-680A-4C04-AD26-F21B02D832B0}" type="presParOf" srcId="{76CB18D4-86E2-467C-A2CF-3ED9EFE66BEA}" destId="{EAB0CCC2-BFF9-432D-BA8E-7ECAF2D92AF2}" srcOrd="4" destOrd="0" presId="urn:microsoft.com/office/officeart/2016/7/layout/BasicTimeline"/>
    <dgm:cxn modelId="{A9042F53-7838-4B89-A14A-DC86E7759451}" type="presParOf" srcId="{BDA8F949-88B8-486D-9E41-ABA1463A8926}" destId="{07073103-04B7-4C74-9AC8-048764100B10}" srcOrd="5" destOrd="0" presId="urn:microsoft.com/office/officeart/2016/7/layout/BasicTimeline"/>
    <dgm:cxn modelId="{5290B18C-985B-476F-80AB-B000D2E28F60}" type="presParOf" srcId="{BDA8F949-88B8-486D-9E41-ABA1463A8926}" destId="{C68762A5-E9DF-484F-B385-6C7E07325E98}" srcOrd="6" destOrd="0" presId="urn:microsoft.com/office/officeart/2016/7/layout/BasicTimeline"/>
    <dgm:cxn modelId="{819C616E-63F8-4599-9A66-512521E8E9F5}" type="presParOf" srcId="{C68762A5-E9DF-484F-B385-6C7E07325E98}" destId="{F782935D-BBBD-4420-826A-F71C517659B6}" srcOrd="0" destOrd="0" presId="urn:microsoft.com/office/officeart/2016/7/layout/BasicTimeline"/>
    <dgm:cxn modelId="{8C54E232-1B89-4DC9-8E05-4736E6F4C528}" type="presParOf" srcId="{C68762A5-E9DF-484F-B385-6C7E07325E98}" destId="{3C71E446-482E-4CAC-8D42-2D4AC020412B}" srcOrd="1" destOrd="0" presId="urn:microsoft.com/office/officeart/2016/7/layout/BasicTimeline"/>
    <dgm:cxn modelId="{BC353777-539A-4864-BB21-346D8C4360C1}" type="presParOf" srcId="{3C71E446-482E-4CAC-8D42-2D4AC020412B}" destId="{6C3A59BD-6D45-4573-B098-8CB5207F194D}" srcOrd="0" destOrd="0" presId="urn:microsoft.com/office/officeart/2016/7/layout/BasicTimeline"/>
    <dgm:cxn modelId="{53E54228-74E4-4F6A-AAD7-71EB44BEEB36}" type="presParOf" srcId="{3C71E446-482E-4CAC-8D42-2D4AC020412B}" destId="{8EB042C8-D666-4667-A1E4-E0C87151B72F}" srcOrd="1" destOrd="0" presId="urn:microsoft.com/office/officeart/2016/7/layout/BasicTimeline"/>
    <dgm:cxn modelId="{CD2E3F26-566B-4E8C-9927-C3B42B77551C}" type="presParOf" srcId="{C68762A5-E9DF-484F-B385-6C7E07325E98}" destId="{086FB9B1-82B2-4197-8B33-6E7FF94F8D2E}" srcOrd="2" destOrd="0" presId="urn:microsoft.com/office/officeart/2016/7/layout/BasicTimeline"/>
    <dgm:cxn modelId="{7571835A-7BAA-40A1-945B-B991B049CBA7}" type="presParOf" srcId="{C68762A5-E9DF-484F-B385-6C7E07325E98}" destId="{3F359E8B-7C7E-4FD9-B106-36CCBFC731D5}" srcOrd="3" destOrd="0" presId="urn:microsoft.com/office/officeart/2016/7/layout/BasicTimeline"/>
    <dgm:cxn modelId="{7083DB71-225A-4FBD-A8B2-9CBA2B2F1649}" type="presParOf" srcId="{C68762A5-E9DF-484F-B385-6C7E07325E98}" destId="{34434334-A935-4057-946F-93B826088F38}" srcOrd="4" destOrd="0" presId="urn:microsoft.com/office/officeart/2016/7/layout/BasicTimeline"/>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E0E6265-BE99-48D1-8879-DB5A75D6D78E}">
      <dsp:nvSpPr>
        <dsp:cNvPr id="0" name=""/>
        <dsp:cNvSpPr/>
      </dsp:nvSpPr>
      <dsp:spPr>
        <a:xfrm>
          <a:off x="0" y="2002631"/>
          <a:ext cx="5753100" cy="0"/>
        </a:xfrm>
        <a:prstGeom prst="line">
          <a:avLst/>
        </a:prstGeom>
        <a:solidFill>
          <a:schemeClr val="dk2">
            <a:alpha val="90000"/>
            <a:tint val="40000"/>
            <a:hueOff val="0"/>
            <a:satOff val="0"/>
            <a:lumOff val="0"/>
            <a:alphaOff val="0"/>
          </a:schemeClr>
        </a:solidFill>
        <a:ln w="19050" cap="rnd" cmpd="sng" algn="ctr">
          <a:solidFill>
            <a:schemeClr val="dk2">
              <a:alpha val="90000"/>
              <a:tint val="40000"/>
              <a:hueOff val="0"/>
              <a:satOff val="0"/>
              <a:lumOff val="0"/>
              <a:alphaOff val="0"/>
            </a:schemeClr>
          </a:solidFill>
          <a:prstDash val="solid"/>
          <a:tailEnd type="triangle" w="lg" len="lg"/>
        </a:ln>
        <a:effectLst/>
      </dsp:spPr>
      <dsp:style>
        <a:lnRef idx="2">
          <a:scrgbClr r="0" g="0" b="0"/>
        </a:lnRef>
        <a:fillRef idx="1">
          <a:scrgbClr r="0" g="0" b="0"/>
        </a:fillRef>
        <a:effectRef idx="0">
          <a:scrgbClr r="0" g="0" b="0"/>
        </a:effectRef>
        <a:fontRef idx="minor"/>
      </dsp:style>
    </dsp:sp>
    <dsp:sp modelId="{FE5C7F33-9326-49FB-89A3-8A20163AD994}">
      <dsp:nvSpPr>
        <dsp:cNvPr id="0" name=""/>
        <dsp:cNvSpPr/>
      </dsp:nvSpPr>
      <dsp:spPr>
        <a:xfrm>
          <a:off x="127618" y="2150825"/>
          <a:ext cx="1846610" cy="4525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1">
          <a:noAutofit/>
        </a:bodyPr>
        <a:lstStyle/>
        <a:p>
          <a:pPr marL="0" lvl="0" indent="0" algn="ctr" defTabSz="1066800">
            <a:lnSpc>
              <a:spcPct val="90000"/>
            </a:lnSpc>
            <a:spcBef>
              <a:spcPct val="0"/>
            </a:spcBef>
            <a:spcAft>
              <a:spcPct val="35000"/>
            </a:spcAft>
            <a:buNone/>
            <a:defRPr b="1"/>
          </a:pPr>
          <a:r>
            <a:rPr lang="en-US" sz="2400" kern="1200" dirty="0">
              <a:latin typeface="+mn-lt"/>
            </a:rPr>
            <a:t>Q3</a:t>
          </a:r>
        </a:p>
      </dsp:txBody>
      <dsp:txXfrm>
        <a:off x="127618" y="2150825"/>
        <a:ext cx="1846610" cy="452594"/>
      </dsp:txXfrm>
    </dsp:sp>
    <dsp:sp modelId="{BA29120C-7C6B-4F62-9079-4AD528BC0744}">
      <dsp:nvSpPr>
        <dsp:cNvPr id="0" name=""/>
        <dsp:cNvSpPr/>
      </dsp:nvSpPr>
      <dsp:spPr>
        <a:xfrm>
          <a:off x="1713" y="238626"/>
          <a:ext cx="2098420" cy="1003005"/>
        </a:xfrm>
        <a:prstGeom prst="roundRect">
          <a:avLst/>
        </a:prstGeom>
        <a:solidFill>
          <a:schemeClr val="lt2">
            <a:alpha val="90000"/>
            <a:hueOff val="0"/>
            <a:satOff val="0"/>
            <a:lumOff val="0"/>
            <a:alphaOff val="0"/>
          </a:schemeClr>
        </a:solidFill>
        <a:ln w="19050" cap="rnd" cmpd="sng" algn="ctr">
          <a:solidFill>
            <a:schemeClr val="dk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77800" tIns="177800" rIns="177800" bIns="177800" numCol="1" spcCol="1270" anchor="ctr" anchorCtr="0">
          <a:noAutofit/>
        </a:bodyPr>
        <a:lstStyle/>
        <a:p>
          <a:pPr marL="0" lvl="0" indent="0" algn="ctr" defTabSz="889000">
            <a:lnSpc>
              <a:spcPct val="90000"/>
            </a:lnSpc>
            <a:spcBef>
              <a:spcPct val="0"/>
            </a:spcBef>
            <a:spcAft>
              <a:spcPct val="35000"/>
            </a:spcAft>
            <a:buNone/>
          </a:pPr>
          <a:r>
            <a:rPr lang="en-US" sz="2000" kern="1200" dirty="0">
              <a:latin typeface="+mn-lt"/>
            </a:rPr>
            <a:t>Market research</a:t>
          </a:r>
        </a:p>
      </dsp:txBody>
      <dsp:txXfrm>
        <a:off x="50676" y="287589"/>
        <a:ext cx="2000494" cy="905079"/>
      </dsp:txXfrm>
    </dsp:sp>
    <dsp:sp modelId="{A95DB80B-444A-4D69-B205-3A801BB8524A}">
      <dsp:nvSpPr>
        <dsp:cNvPr id="0" name=""/>
        <dsp:cNvSpPr/>
      </dsp:nvSpPr>
      <dsp:spPr>
        <a:xfrm>
          <a:off x="1050923" y="1241631"/>
          <a:ext cx="0" cy="760999"/>
        </a:xfrm>
        <a:prstGeom prst="line">
          <a:avLst/>
        </a:prstGeom>
        <a:noFill/>
        <a:ln w="12700" cap="rnd" cmpd="sng" algn="ctr">
          <a:solidFill>
            <a:schemeClr val="dk2">
              <a:hueOff val="0"/>
              <a:satOff val="0"/>
              <a:lumOff val="0"/>
              <a:alphaOff val="0"/>
            </a:schemeClr>
          </a:solidFill>
          <a:prstDash val="dash"/>
        </a:ln>
        <a:effectLst/>
      </dsp:spPr>
      <dsp:style>
        <a:lnRef idx="1">
          <a:scrgbClr r="0" g="0" b="0"/>
        </a:lnRef>
        <a:fillRef idx="0">
          <a:scrgbClr r="0" g="0" b="0"/>
        </a:fillRef>
        <a:effectRef idx="0">
          <a:scrgbClr r="0" g="0" b="0"/>
        </a:effectRef>
        <a:fontRef idx="minor"/>
      </dsp:style>
    </dsp:sp>
    <dsp:sp modelId="{60D0713D-AF69-4AF8-B071-F65622790886}">
      <dsp:nvSpPr>
        <dsp:cNvPr id="0" name=""/>
        <dsp:cNvSpPr/>
      </dsp:nvSpPr>
      <dsp:spPr>
        <a:xfrm>
          <a:off x="1344702" y="1401841"/>
          <a:ext cx="1846610" cy="4525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1">
          <a:noAutofit/>
        </a:bodyPr>
        <a:lstStyle/>
        <a:p>
          <a:pPr marL="0" lvl="0" indent="0" algn="ctr" defTabSz="1066800">
            <a:lnSpc>
              <a:spcPct val="90000"/>
            </a:lnSpc>
            <a:spcBef>
              <a:spcPct val="0"/>
            </a:spcBef>
            <a:spcAft>
              <a:spcPct val="35000"/>
            </a:spcAft>
            <a:buNone/>
            <a:defRPr b="1"/>
          </a:pPr>
          <a:r>
            <a:rPr lang="en-US" sz="2400" kern="1200" dirty="0">
              <a:latin typeface="+mn-lt"/>
            </a:rPr>
            <a:t>Q4</a:t>
          </a:r>
        </a:p>
      </dsp:txBody>
      <dsp:txXfrm>
        <a:off x="1344702" y="1401841"/>
        <a:ext cx="1846610" cy="452594"/>
      </dsp:txXfrm>
    </dsp:sp>
    <dsp:sp modelId="{FA19A0AA-8B0B-4AA8-A80D-08CFFDD3F112}">
      <dsp:nvSpPr>
        <dsp:cNvPr id="0" name=""/>
        <dsp:cNvSpPr/>
      </dsp:nvSpPr>
      <dsp:spPr>
        <a:xfrm>
          <a:off x="1020884" y="1972591"/>
          <a:ext cx="60078" cy="60078"/>
        </a:xfrm>
        <a:prstGeom prst="ellipse">
          <a:avLst/>
        </a:prstGeom>
        <a:solidFill>
          <a:schemeClr val="dk2">
            <a:hueOff val="0"/>
            <a:satOff val="0"/>
            <a:lumOff val="0"/>
            <a:alphaOff val="0"/>
          </a:schemeClr>
        </a:solidFill>
        <a:ln w="19050" cap="rnd" cmpd="sng" algn="ctr">
          <a:solidFill>
            <a:schemeClr val="dk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DADAA0C9-3E42-4088-8622-30E9F6EA139A}">
      <dsp:nvSpPr>
        <dsp:cNvPr id="0" name=""/>
        <dsp:cNvSpPr/>
      </dsp:nvSpPr>
      <dsp:spPr>
        <a:xfrm>
          <a:off x="1218797" y="2763630"/>
          <a:ext cx="2098420" cy="1003005"/>
        </a:xfrm>
        <a:prstGeom prst="roundRect">
          <a:avLst/>
        </a:prstGeom>
        <a:solidFill>
          <a:schemeClr val="lt2">
            <a:alpha val="90000"/>
            <a:hueOff val="0"/>
            <a:satOff val="0"/>
            <a:lumOff val="0"/>
            <a:alphaOff val="0"/>
          </a:schemeClr>
        </a:solidFill>
        <a:ln w="19050" cap="rnd" cmpd="sng" algn="ctr">
          <a:solidFill>
            <a:schemeClr val="dk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77800" tIns="177800" rIns="177800" bIns="177800" numCol="1" spcCol="1270" anchor="ctr" anchorCtr="0">
          <a:noAutofit/>
        </a:bodyPr>
        <a:lstStyle/>
        <a:p>
          <a:pPr marL="0" lvl="0" indent="0" algn="ctr" defTabSz="889000">
            <a:lnSpc>
              <a:spcPct val="90000"/>
            </a:lnSpc>
            <a:spcBef>
              <a:spcPct val="0"/>
            </a:spcBef>
            <a:spcAft>
              <a:spcPct val="35000"/>
            </a:spcAft>
            <a:buNone/>
          </a:pPr>
          <a:r>
            <a:rPr lang="en-US" sz="2000" kern="1200" dirty="0">
              <a:latin typeface="+mn-lt"/>
            </a:rPr>
            <a:t>Product development</a:t>
          </a:r>
        </a:p>
      </dsp:txBody>
      <dsp:txXfrm>
        <a:off x="1267760" y="2812593"/>
        <a:ext cx="2000494" cy="905079"/>
      </dsp:txXfrm>
    </dsp:sp>
    <dsp:sp modelId="{DBD74D6B-057A-432C-9067-BF618C19EB2A}">
      <dsp:nvSpPr>
        <dsp:cNvPr id="0" name=""/>
        <dsp:cNvSpPr/>
      </dsp:nvSpPr>
      <dsp:spPr>
        <a:xfrm>
          <a:off x="2268007" y="2002630"/>
          <a:ext cx="0" cy="760999"/>
        </a:xfrm>
        <a:prstGeom prst="line">
          <a:avLst/>
        </a:prstGeom>
        <a:noFill/>
        <a:ln w="12700" cap="rnd" cmpd="sng" algn="ctr">
          <a:solidFill>
            <a:schemeClr val="dk2">
              <a:hueOff val="0"/>
              <a:satOff val="0"/>
              <a:lumOff val="0"/>
              <a:alphaOff val="0"/>
            </a:schemeClr>
          </a:solidFill>
          <a:prstDash val="dash"/>
        </a:ln>
        <a:effectLst/>
      </dsp:spPr>
      <dsp:style>
        <a:lnRef idx="1">
          <a:scrgbClr r="0" g="0" b="0"/>
        </a:lnRef>
        <a:fillRef idx="0">
          <a:scrgbClr r="0" g="0" b="0"/>
        </a:fillRef>
        <a:effectRef idx="0">
          <a:scrgbClr r="0" g="0" b="0"/>
        </a:effectRef>
        <a:fontRef idx="minor"/>
      </dsp:style>
    </dsp:sp>
    <dsp:sp modelId="{E712D073-0B15-4887-9DCE-A27BCACBC178}">
      <dsp:nvSpPr>
        <dsp:cNvPr id="0" name=""/>
        <dsp:cNvSpPr/>
      </dsp:nvSpPr>
      <dsp:spPr>
        <a:xfrm>
          <a:off x="2561786" y="2150825"/>
          <a:ext cx="1846610" cy="4525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1">
          <a:noAutofit/>
        </a:bodyPr>
        <a:lstStyle/>
        <a:p>
          <a:pPr marL="0" lvl="0" indent="0" algn="ctr" defTabSz="1066800">
            <a:lnSpc>
              <a:spcPct val="90000"/>
            </a:lnSpc>
            <a:spcBef>
              <a:spcPct val="0"/>
            </a:spcBef>
            <a:spcAft>
              <a:spcPct val="35000"/>
            </a:spcAft>
            <a:buNone/>
            <a:defRPr b="1"/>
          </a:pPr>
          <a:r>
            <a:rPr lang="en-US" sz="2400" kern="1200" dirty="0">
              <a:latin typeface="+mn-lt"/>
            </a:rPr>
            <a:t>Q1</a:t>
          </a:r>
        </a:p>
      </dsp:txBody>
      <dsp:txXfrm>
        <a:off x="2561786" y="2150825"/>
        <a:ext cx="1846610" cy="452594"/>
      </dsp:txXfrm>
    </dsp:sp>
    <dsp:sp modelId="{0F979253-FD39-4920-BFCA-78C564B167EA}">
      <dsp:nvSpPr>
        <dsp:cNvPr id="0" name=""/>
        <dsp:cNvSpPr/>
      </dsp:nvSpPr>
      <dsp:spPr>
        <a:xfrm>
          <a:off x="2237968" y="1972591"/>
          <a:ext cx="60078" cy="60078"/>
        </a:xfrm>
        <a:prstGeom prst="ellipse">
          <a:avLst/>
        </a:prstGeom>
        <a:solidFill>
          <a:schemeClr val="dk2">
            <a:hueOff val="0"/>
            <a:satOff val="0"/>
            <a:lumOff val="0"/>
            <a:alphaOff val="0"/>
          </a:schemeClr>
        </a:solidFill>
        <a:ln w="19050" cap="rnd" cmpd="sng" algn="ctr">
          <a:solidFill>
            <a:schemeClr val="dk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0D48281-565D-47A3-9B6C-576231178549}">
      <dsp:nvSpPr>
        <dsp:cNvPr id="0" name=""/>
        <dsp:cNvSpPr/>
      </dsp:nvSpPr>
      <dsp:spPr>
        <a:xfrm>
          <a:off x="2435881" y="238626"/>
          <a:ext cx="2098420" cy="1003005"/>
        </a:xfrm>
        <a:prstGeom prst="roundRect">
          <a:avLst/>
        </a:prstGeom>
        <a:solidFill>
          <a:schemeClr val="lt2">
            <a:alpha val="90000"/>
            <a:hueOff val="0"/>
            <a:satOff val="0"/>
            <a:lumOff val="0"/>
            <a:alphaOff val="0"/>
          </a:schemeClr>
        </a:solidFill>
        <a:ln w="19050" cap="rnd" cmpd="sng" algn="ctr">
          <a:solidFill>
            <a:schemeClr val="dk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77800" tIns="177800" rIns="177800" bIns="177800" numCol="1" spcCol="1270" anchor="ctr" anchorCtr="0">
          <a:noAutofit/>
        </a:bodyPr>
        <a:lstStyle/>
        <a:p>
          <a:pPr marL="0" lvl="0" indent="0" algn="ctr" defTabSz="889000">
            <a:lnSpc>
              <a:spcPct val="90000"/>
            </a:lnSpc>
            <a:spcBef>
              <a:spcPct val="0"/>
            </a:spcBef>
            <a:spcAft>
              <a:spcPct val="35000"/>
            </a:spcAft>
            <a:buNone/>
          </a:pPr>
          <a:r>
            <a:rPr lang="en-US" sz="2000" kern="1200" dirty="0">
              <a:latin typeface="+mn-lt"/>
            </a:rPr>
            <a:t> User </a:t>
          </a:r>
          <a:br>
            <a:rPr lang="en-US" sz="2000" kern="1200" dirty="0">
              <a:latin typeface="+mn-lt"/>
            </a:rPr>
          </a:br>
          <a:r>
            <a:rPr lang="en-US" sz="2000" kern="1200" dirty="0">
              <a:latin typeface="+mn-lt"/>
            </a:rPr>
            <a:t>testing</a:t>
          </a:r>
        </a:p>
      </dsp:txBody>
      <dsp:txXfrm>
        <a:off x="2484844" y="287589"/>
        <a:ext cx="2000494" cy="905079"/>
      </dsp:txXfrm>
    </dsp:sp>
    <dsp:sp modelId="{DCAE8A46-752C-4E82-84CE-E790E1F2918E}">
      <dsp:nvSpPr>
        <dsp:cNvPr id="0" name=""/>
        <dsp:cNvSpPr/>
      </dsp:nvSpPr>
      <dsp:spPr>
        <a:xfrm>
          <a:off x="3485092" y="1241631"/>
          <a:ext cx="0" cy="760999"/>
        </a:xfrm>
        <a:prstGeom prst="line">
          <a:avLst/>
        </a:prstGeom>
        <a:noFill/>
        <a:ln w="12700" cap="rnd" cmpd="sng" algn="ctr">
          <a:solidFill>
            <a:schemeClr val="dk2">
              <a:hueOff val="0"/>
              <a:satOff val="0"/>
              <a:lumOff val="0"/>
              <a:alphaOff val="0"/>
            </a:schemeClr>
          </a:solidFill>
          <a:prstDash val="dash"/>
        </a:ln>
        <a:effectLst/>
      </dsp:spPr>
      <dsp:style>
        <a:lnRef idx="1">
          <a:scrgbClr r="0" g="0" b="0"/>
        </a:lnRef>
        <a:fillRef idx="0">
          <a:scrgbClr r="0" g="0" b="0"/>
        </a:fillRef>
        <a:effectRef idx="0">
          <a:scrgbClr r="0" g="0" b="0"/>
        </a:effectRef>
        <a:fontRef idx="minor"/>
      </dsp:style>
    </dsp:sp>
    <dsp:sp modelId="{F782935D-BBBD-4420-826A-F71C517659B6}">
      <dsp:nvSpPr>
        <dsp:cNvPr id="0" name=""/>
        <dsp:cNvSpPr/>
      </dsp:nvSpPr>
      <dsp:spPr>
        <a:xfrm>
          <a:off x="3778870" y="1401841"/>
          <a:ext cx="1846610" cy="4525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1">
          <a:noAutofit/>
        </a:bodyPr>
        <a:lstStyle/>
        <a:p>
          <a:pPr marL="0" lvl="0" indent="0" algn="ctr" defTabSz="1066800">
            <a:lnSpc>
              <a:spcPct val="90000"/>
            </a:lnSpc>
            <a:spcBef>
              <a:spcPct val="0"/>
            </a:spcBef>
            <a:spcAft>
              <a:spcPct val="35000"/>
            </a:spcAft>
            <a:buNone/>
            <a:defRPr b="1"/>
          </a:pPr>
          <a:r>
            <a:rPr lang="en-US" sz="2400" kern="1200" dirty="0">
              <a:latin typeface="+mn-lt"/>
            </a:rPr>
            <a:t>Q2</a:t>
          </a:r>
        </a:p>
      </dsp:txBody>
      <dsp:txXfrm>
        <a:off x="3778870" y="1401841"/>
        <a:ext cx="1846610" cy="452594"/>
      </dsp:txXfrm>
    </dsp:sp>
    <dsp:sp modelId="{B6459BF8-D2C3-4018-9C28-98667DC203F4}">
      <dsp:nvSpPr>
        <dsp:cNvPr id="0" name=""/>
        <dsp:cNvSpPr/>
      </dsp:nvSpPr>
      <dsp:spPr>
        <a:xfrm>
          <a:off x="3455052" y="1972591"/>
          <a:ext cx="60078" cy="60078"/>
        </a:xfrm>
        <a:prstGeom prst="ellipse">
          <a:avLst/>
        </a:prstGeom>
        <a:solidFill>
          <a:schemeClr val="dk2">
            <a:hueOff val="0"/>
            <a:satOff val="0"/>
            <a:lumOff val="0"/>
            <a:alphaOff val="0"/>
          </a:schemeClr>
        </a:solidFill>
        <a:ln w="19050" cap="rnd" cmpd="sng" algn="ctr">
          <a:solidFill>
            <a:schemeClr val="dk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C3A59BD-6D45-4573-B098-8CB5207F194D}">
      <dsp:nvSpPr>
        <dsp:cNvPr id="0" name=""/>
        <dsp:cNvSpPr/>
      </dsp:nvSpPr>
      <dsp:spPr>
        <a:xfrm>
          <a:off x="3652965" y="2763630"/>
          <a:ext cx="2098420" cy="1003005"/>
        </a:xfrm>
        <a:prstGeom prst="roundRect">
          <a:avLst/>
        </a:prstGeom>
        <a:solidFill>
          <a:schemeClr val="lt2">
            <a:alpha val="90000"/>
            <a:hueOff val="0"/>
            <a:satOff val="0"/>
            <a:lumOff val="0"/>
            <a:alphaOff val="0"/>
          </a:schemeClr>
        </a:solidFill>
        <a:ln w="19050" cap="rnd" cmpd="sng" algn="ctr">
          <a:solidFill>
            <a:schemeClr val="dk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77800" tIns="177800" rIns="177800" bIns="177800" numCol="1" spcCol="1270" anchor="ctr" anchorCtr="0">
          <a:noAutofit/>
        </a:bodyPr>
        <a:lstStyle/>
        <a:p>
          <a:pPr marL="0" lvl="0" indent="0" algn="ctr" defTabSz="889000">
            <a:lnSpc>
              <a:spcPct val="90000"/>
            </a:lnSpc>
            <a:spcBef>
              <a:spcPct val="0"/>
            </a:spcBef>
            <a:spcAft>
              <a:spcPct val="35000"/>
            </a:spcAft>
            <a:buNone/>
          </a:pPr>
          <a:r>
            <a:rPr lang="en-US" sz="2000" kern="1200" dirty="0">
              <a:latin typeface="+mn-lt"/>
            </a:rPr>
            <a:t>Product launch</a:t>
          </a:r>
        </a:p>
      </dsp:txBody>
      <dsp:txXfrm>
        <a:off x="3701928" y="2812593"/>
        <a:ext cx="2000494" cy="905079"/>
      </dsp:txXfrm>
    </dsp:sp>
    <dsp:sp modelId="{086FB9B1-82B2-4197-8B33-6E7FF94F8D2E}">
      <dsp:nvSpPr>
        <dsp:cNvPr id="0" name=""/>
        <dsp:cNvSpPr/>
      </dsp:nvSpPr>
      <dsp:spPr>
        <a:xfrm>
          <a:off x="4702176" y="2002630"/>
          <a:ext cx="0" cy="760999"/>
        </a:xfrm>
        <a:prstGeom prst="line">
          <a:avLst/>
        </a:prstGeom>
        <a:noFill/>
        <a:ln w="12700" cap="rnd" cmpd="sng" algn="ctr">
          <a:solidFill>
            <a:schemeClr val="dk2">
              <a:hueOff val="0"/>
              <a:satOff val="0"/>
              <a:lumOff val="0"/>
              <a:alphaOff val="0"/>
            </a:schemeClr>
          </a:solidFill>
          <a:prstDash val="dash"/>
        </a:ln>
        <a:effectLst/>
      </dsp:spPr>
      <dsp:style>
        <a:lnRef idx="1">
          <a:scrgbClr r="0" g="0" b="0"/>
        </a:lnRef>
        <a:fillRef idx="0">
          <a:scrgbClr r="0" g="0" b="0"/>
        </a:fillRef>
        <a:effectRef idx="0">
          <a:scrgbClr r="0" g="0" b="0"/>
        </a:effectRef>
        <a:fontRef idx="minor"/>
      </dsp:style>
    </dsp:sp>
    <dsp:sp modelId="{3F359E8B-7C7E-4FD9-B106-36CCBFC731D5}">
      <dsp:nvSpPr>
        <dsp:cNvPr id="0" name=""/>
        <dsp:cNvSpPr/>
      </dsp:nvSpPr>
      <dsp:spPr>
        <a:xfrm>
          <a:off x="4672136" y="1972591"/>
          <a:ext cx="60078" cy="60078"/>
        </a:xfrm>
        <a:prstGeom prst="ellipse">
          <a:avLst/>
        </a:prstGeom>
        <a:solidFill>
          <a:schemeClr val="dk2">
            <a:hueOff val="0"/>
            <a:satOff val="0"/>
            <a:lumOff val="0"/>
            <a:alphaOff val="0"/>
          </a:schemeClr>
        </a:solidFill>
        <a:ln w="19050" cap="rnd" cmpd="sng" algn="ctr">
          <a:solidFill>
            <a:schemeClr val="dk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16/7/layout/BasicTimeline">
  <dgm:title val="Basic Timeline"/>
  <dgm:desc val="Use to show a list of events in chronological order. The rounded rectangular shape contains the description while the date is shown below on the time line. It's the perfect SmartArt for displaying large amount of text with a medium date format."/>
  <dgm:catLst>
    <dgm:cat type="timeline" pri="500"/>
    <dgm:cat type="process" pri="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
    <dgm:varLst>
      <dgm:chMax/>
      <dgm:chPref/>
      <dgm:animLvl val="lvl"/>
    </dgm:varLst>
    <dgm:alg type="composite"/>
    <dgm:shape xmlns:r="http://schemas.openxmlformats.org/officeDocument/2006/relationships" r:blip="">
      <dgm:adjLst/>
    </dgm:shape>
    <dgm:constrLst>
      <dgm:constr type="w" for="ch" forName="divider" refType="w"/>
      <dgm:constr type="h" for="ch" forName="divider"/>
      <dgm:constr type="ctrY" for="ch" forName="divider" refType="h" fact="0.5"/>
      <dgm:constr type="l" for="ch" forName="divider"/>
      <dgm:constr type="w" for="ch" forName="nodes" refType="w"/>
      <dgm:constr type="h" for="ch" forName="nodes" refType="h"/>
    </dgm:constrLst>
    <dgm:layoutNode name="divider" styleLbl="fgAccFollowNode1">
      <dgm:alg type="sp"/>
      <dgm:choose name="ArrowShape">
        <dgm:if name="ArrowShapeLTR" func="var" arg="dir" op="equ" val="norm">
          <dgm:shape xmlns:r="http://schemas.openxmlformats.org/officeDocument/2006/relationships" type="line" r:blip="" zOrderOff="-1">
            <dgm:adjLst/>
            <dgm:extLst>
              <a:ext uri="{B698B0E9-8C71-41B9-8309-B3DCBF30829C}">
                <dgm1612:spPr xmlns:dgm1612="http://schemas.microsoft.com/office/drawing/2016/12/diagram">
                  <a:ln>
                    <a:tailEnd type="triangle" w="lg" len="lg"/>
                  </a:ln>
                </dgm1612:spPr>
              </a:ext>
            </dgm:extLst>
          </dgm:shape>
        </dgm:if>
        <dgm:else name="ArrowShapeRTL">
          <dgm:shape xmlns:r="http://schemas.openxmlformats.org/officeDocument/2006/relationships" type="line" r:blip="" zOrderOff="-1">
            <dgm:adjLst/>
            <dgm:extLst>
              <a:ext uri="{B698B0E9-8C71-41B9-8309-B3DCBF30829C}">
                <dgm1612:spPr xmlns:dgm1612="http://schemas.microsoft.com/office/drawing/2016/12/diagram">
                  <a:ln>
                    <a:headEnd type="triangle" w="lg" len="lg"/>
                  </a:ln>
                </dgm1612:spPr>
              </a:ext>
            </dgm:extLst>
          </dgm:shape>
        </dgm:else>
      </dgm:choose>
      <dgm:presOf/>
      <dgm:constrLst/>
      <dgm:ruleLst/>
    </dgm:layoutNode>
    <dgm:layoutNode name="nodes">
      <dgm:varLst>
        <dgm:chMax/>
        <dgm:chPref/>
        <dgm:animLvl val="lvl"/>
      </dgm:varLst>
      <dgm:choose name="Name1">
        <dgm:if name="Name2" func="var" arg="dir" op="equ" val="norm">
          <dgm:alg type="lin"/>
        </dgm:if>
        <dgm:else name="Name3">
          <dgm:alg type="lin">
            <dgm:param type="linDir" val="fromR"/>
          </dgm:alg>
        </dgm:else>
      </dgm:choose>
      <dgm:presOf/>
      <dgm:shape xmlns:r="http://schemas.openxmlformats.org/officeDocument/2006/relationships" r:blip="">
        <dgm:adjLst/>
      </dgm:shape>
      <dgm:choose name="constrBasedOnChildrenCount">
        <dgm:if name="constrForTwoChildren" axis="ch" ptType="node" func="cnt" op="lte" val="2">
          <dgm:constrLst>
            <dgm:constr type="primFontSz" for="des" forName="L1TextContainer" val="20"/>
            <dgm:constr type="primFontSz" for="des" forName="L2TextContainer" refType="primFontSz" refFor="des" refForName="L1TextContainer" op="equ" fact="0.85"/>
            <dgm:constr type="w" for="ch" forName="composite" refType="w"/>
            <dgm:constr type="h" for="ch" forName="composite" refType="h"/>
            <dgm:constr type="w" for="ch" forName="spaceBetweenRectangles" refType="w" refFor="ch" refForName="composite" fact="0.16"/>
            <dgm:constr type="w" for="ch" ptType="sibTrans" op="equ"/>
            <dgm:constr type="primFontSz" for="des" forName="L1TextContainer" op="equ"/>
            <dgm:constr type="primFontSz" for="des" forName="L2TextContainer" op="equ"/>
          </dgm:constrLst>
        </dgm:if>
        <dgm:else name="constrForRest">
          <dgm:constrLst>
            <dgm:constr type="primFontSz" for="des" forName="L1TextContainer" val="20"/>
            <dgm:constr type="primFontSz" for="des" forName="L2TextContainer" refType="primFontSz" refFor="des" refForName="L1TextContainer" op="equ" fact="0.85"/>
            <dgm:constr type="w" for="ch" forName="composite" refType="w"/>
            <dgm:constr type="h" for="ch" forName="composite" refType="h"/>
            <dgm:constr type="w" for="ch" forName="spaceBetweenRectangles" refType="w" refFor="ch" refForName="composite" fact="-0.42"/>
            <dgm:constr type="w" for="ch" ptType="sibTrans" op="equ"/>
            <dgm:constr type="primFontSz" for="des" forName="L1TextContainer" op="equ"/>
            <dgm:constr type="primFontSz" for="des" forName="L2TextContainer" op="equ"/>
          </dgm:constrLst>
        </dgm:else>
      </dgm:choose>
      <dgm:forEach name="nodesForEach" axis="ch" ptType="node">
        <dgm:layoutNode name="composite">
          <dgm:alg type="composite"/>
          <dgm:shape xmlns:r="http://schemas.openxmlformats.org/officeDocument/2006/relationships" r:blip="">
            <dgm:adjLst/>
          </dgm:shape>
          <dgm:choose name="CaseForPlacingNodesAboveAndBelowDivider">
            <dgm:if name="CaseForPlacingNodeAboveDivider" axis="self" ptType="node" func="posOdd" op="equ" val="1">
              <dgm:constrLst>
                <dgm:constr type="w" for="ch" forName="L1TextContainer" refType="w" fact="0.88"/>
                <dgm:constr type="l" for="ch" forName="L1TextContainer" refType="w" fact="0.06"/>
                <dgm:constr type="t" for="ch" forName="L1TextContainer" refType="h" fact="0.537"/>
                <dgm:constr type="h" for="ch" forName="L1TextContainer" refType="h" fact="0.113"/>
                <dgm:constr type="w" for="ch" forName="L2TextContainerWrapper" refType="w"/>
                <dgm:constr type="h" for="ch" forName="L2TextContainerWrapper" refType="h" fact="0.31"/>
                <dgm:constr type="b" for="ch" forName="L2TextContainerWrapper" refType="h" fact="0.31"/>
                <dgm:constr type="w" for="ch" forName="ConnectLine"/>
                <dgm:constr type="l" for="ch" forName="ConnectLine" refType="w" fact="0.5"/>
                <dgm:constr type="h" for="ch" forName="ConnectLine" refType="h" fact="0.19"/>
                <dgm:constr type="t" for="ch" forName="ConnectLine" refType="h" fact="0.31"/>
                <dgm:constr type="w" for="ch" forName="ConnectorPoint" refType="h" fact="0.015"/>
                <dgm:constr type="h" for="ch" forName="ConnectorPoint" refType="h" fact="0.015"/>
                <dgm:constr type="ctrX" for="ch" forName="ConnectorPoint" refType="w" fact="0.5"/>
                <dgm:constr type="ctrY" for="ch" forName="ConnectorPoint" refType="h" fact="0.5"/>
                <dgm:constr type="w" for="ch" forName="EmptyPlaceHolder" refType="w"/>
                <dgm:constr type="t" for="ch" forName="EmptyPlaceHolder" refType="h" fact="0.65"/>
                <dgm:constr type="h" for="ch" forName="EmptyPlaceHolder" refType="h" fact="0.35"/>
              </dgm:constrLst>
            </dgm:if>
            <dgm:else name="CaseForPlacingNodeBelowDivider">
              <dgm:constrLst>
                <dgm:constr type="w" for="ch" forName="L1TextContainer" refType="w" fact="0.88"/>
                <dgm:constr type="l" for="ch" forName="L1TextContainer" refType="w" fact="0.06"/>
                <dgm:constr type="t" for="ch" forName="L1TextContainer" refType="h" fact="0.35"/>
                <dgm:constr type="h" for="ch" forName="L1TextContainer" refType="h" fact="0.113"/>
                <dgm:constr type="w" for="ch" forName="L2TextContainerWrapper" refType="w"/>
                <dgm:constr type="h" for="ch" forName="L2TextContainerWrapper" refType="h" fact="0.31"/>
                <dgm:constr type="t" for="ch" forName="L2TextContainerWrapper" refType="h" fact="0.69"/>
                <dgm:constr type="w" for="ch" forName="ConnectLine"/>
                <dgm:constr type="l" for="ch" forName="ConnectLine" refType="w" fact="0.5"/>
                <dgm:constr type="h" for="ch" forName="ConnectLine" refType="h" fact="0.19"/>
                <dgm:constr type="t" for="ch" forName="ConnectLine" refType="h" fact="0.5"/>
                <dgm:constr type="w" for="ch" forName="ConnectorPoint" refType="h" fact="0.015"/>
                <dgm:constr type="h" for="ch" forName="ConnectorPoint" refType="h" fact="0.015"/>
                <dgm:constr type="ctrX" for="ch" forName="ConnectorPoint" refType="w" fact="0.5"/>
                <dgm:constr type="ctrY" for="ch" forName="ConnectorPoint" refType="h" fact="0.5"/>
                <dgm:constr type="w" for="ch" forName="EmptyPlaceHolder" refType="w"/>
                <dgm:constr type="h" for="ch" forName="EmptyPlaceHolder" refType="h" fact="0.35"/>
                <dgm:constr type="t" for="ch" forName="EmptyPlaceHolder" refType="h" fact="0"/>
              </dgm:constrLst>
            </dgm:else>
          </dgm:choose>
          <dgm:layoutNode name="L1TextContainer" styleLbl="revTx">
            <dgm:varLst>
              <dgm:chMax val="1"/>
              <dgm:chPref val="1"/>
              <dgm:bulletEnabled val="1"/>
            </dgm:varLst>
            <dgm:choose name="casesForTxtDirLogic">
              <dgm:if name="Name78" axis="self" ptType="node" func="posOdd" op="equ" val="1">
                <dgm:alg type="tx">
                  <dgm:param type="txAnchorHorz" val="ctr"/>
                  <dgm:param type="txAnchorVert" val="t"/>
                  <dgm:param type="parTxLTRAlign" val="ctr"/>
                  <dgm:param type="parTxRTLAlign" val="ctr"/>
                </dgm:alg>
              </dgm:if>
              <dgm:else name="Name89">
                <dgm:alg type="tx">
                  <dgm:param type="txAnchorHorz" val="ctr"/>
                  <dgm:param type="txAnchorVert" val="b"/>
                  <dgm:param type="parTxLTRAlign" val="ctr"/>
                  <dgm:param type="parTxRTLAlign" val="ctr"/>
                </dgm:alg>
              </dgm:else>
            </dgm:choose>
            <dgm:shape xmlns:r="http://schemas.openxmlformats.org/officeDocument/2006/relationships" type="rect" r:blip="">
              <dgm:adjLst/>
            </dgm:shape>
            <dgm:presOf axis="self"/>
            <dgm:constrLst>
              <dgm:constr type="lMarg"/>
              <dgm:constr type="rMarg"/>
              <dgm:constr type="tMarg"/>
              <dgm:constr type="bMarg"/>
            </dgm:constrLst>
            <dgm:ruleLst>
              <dgm:rule type="primFontSz" val="14" fact="NaN" max="NaN"/>
            </dgm:ruleLst>
          </dgm:layoutNode>
          <dgm:layoutNode name="L2TextContainerWrapper">
            <dgm:varLst>
              <dgm:chMax val="0"/>
              <dgm:chPref val="0"/>
              <dgm:bulletEnabled val="1"/>
            </dgm:varLst>
            <dgm:alg type="composite"/>
            <dgm:choose name="L2TextContainerConstr">
              <dgm:if name="CaseForPlacingL2TextContaineAboveDivider" axis="self" ptType="node" func="posOdd" op="equ" val="1">
                <dgm:constrLst>
                  <dgm:constr type="h" for="ch" forName="L2TextContainer" refType="h" fact="0.55"/>
                  <dgm:constr type="b" for="ch" forName="L2TextContainer" refType="h"/>
                  <dgm:constr type="h" for="ch" forName="FlexibleEmptyPlaceHolder" refType="h" fact="0.45"/>
                </dgm:constrLst>
              </dgm:if>
              <dgm:else name="CaseForPlacingL2TextContaineBelowDivider">
                <dgm:constrLst>
                  <dgm:constr type="h" for="ch" forName="L2TextContainer" refType="h" fact="0.55"/>
                  <dgm:constr type="h" for="ch" forName="FlexibleEmptyPlaceHolder" refType="h" fact="0.45"/>
                  <dgm:constr type="b" for="ch" forName="FlexibleEmptyPlaceHolder" refType="h"/>
                </dgm:constrLst>
              </dgm:else>
            </dgm:choose>
            <dgm:layoutNode name="L2TextContainer" styleLbl="bgAcc1">
              <dgm:choose name="L2TextContainerAlgo">
                <dgm:if name="L2TextContainerAlgoLTR" func="var" arg="dir" op="equ" val="norm">
                  <dgm:alg type="tx">
                    <dgm:param type="txAnchorVert" val="mid"/>
                    <dgm:param type="parTxRTLAlign" val="l"/>
                    <dgm:param type="parTxLTRAlign" val="l"/>
                    <dgm:param type="txAnchorVertCh" val="mid"/>
                    <dgm:param type="shpTxRTLAlignCh" val="l"/>
                    <dgm:param type="shpTxLTRAlignCh" val="l"/>
                  </dgm:alg>
                </dgm:if>
                <dgm:else name="L2TextContainerAlgoRTL">
                  <dgm:alg type="tx">
                    <dgm:param type="txAnchorVert" val="mid"/>
                    <dgm:param type="parTxRTLAlign" val="r"/>
                    <dgm:param type="parTxLTRAlign" val="r"/>
                    <dgm:param type="txAnchorVertCh" val="mid"/>
                    <dgm:param type="shpTxRTLAlignCh" val="r"/>
                    <dgm:param type="shpTxLTRAlignCh" val="r"/>
                  </dgm:alg>
                </dgm:else>
              </dgm:choose>
              <dgm:shape xmlns:r="http://schemas.openxmlformats.org/officeDocument/2006/relationships" type="roundRect" r:blip="">
                <dgm:adjLst/>
              </dgm:shape>
              <dgm:presOf axis="des" ptType="node"/>
              <dgm:constrLst>
                <dgm:constr type="primFontSz" val="17"/>
                <dgm:constr type="lMarg" refType="primFontSz" fact="0.7"/>
                <dgm:constr type="rMarg" refType="primFontSz" fact="0.7"/>
                <dgm:constr type="tMarg" refType="primFontSz" fact="0.7"/>
                <dgm:constr type="bMarg" refType="primFontSz" fact="0.7"/>
              </dgm:constrLst>
              <dgm:ruleLst>
                <dgm:rule type="primFontSz" val="12" fact="NaN" max="NaN"/>
                <dgm:rule type="secFontSz" val="10" fact="NaN" max="NaN"/>
                <dgm:rule type="h" val="INF" fact="NaN" max="NaN"/>
              </dgm:ruleLst>
            </dgm:layoutNode>
            <dgm:layoutNode name="FlexibleEmptyPlaceHolder">
              <dgm:alg type="sp"/>
              <dgm:shape xmlns:r="http://schemas.openxmlformats.org/officeDocument/2006/relationships" r:blip="">
                <dgm:adjLst/>
              </dgm:shape>
              <dgm:presOf/>
              <dgm:constrLst/>
            </dgm:layoutNode>
          </dgm:layoutNode>
          <dgm:layoutNode name="ConnectLine" styleLbl="sibTrans1D1" moveWith="L2TextContainer">
            <dgm:alg type="sp"/>
            <dgm:shape xmlns:r="http://schemas.openxmlformats.org/officeDocument/2006/relationships" type="line" r:blip="">
              <dgm:adjLst/>
              <dgm:extLst>
                <a:ext uri="{B698B0E9-8C71-41B9-8309-B3DCBF30829C}">
                  <dgm1612:spPr xmlns:dgm1612="http://schemas.microsoft.com/office/drawing/2016/12/diagram">
                    <a:ln>
                      <a:prstDash val="dash"/>
                    </a:ln>
                  </dgm1612:spPr>
                </a:ext>
              </dgm:extLst>
            </dgm:shape>
            <dgm:presOf/>
            <dgm:constrLst/>
          </dgm:layoutNode>
          <dgm:layoutNode name="ConnectorPoint" styleLbl="alignNode1" moveWith="L2TextContainer">
            <dgm:alg type="sp"/>
            <dgm:shape xmlns:r="http://schemas.openxmlformats.org/officeDocument/2006/relationships" type="ellipse" r:blip="" zOrderOff="1">
              <dgm:adjLst/>
            </dgm:shape>
            <dgm:presOf/>
            <dgm:constrLst/>
          </dgm:layoutNode>
          <dgm:layoutNode name="EmptyPlaceHolder">
            <dgm:alg type="sp"/>
            <dgm:shape xmlns:r="http://schemas.openxmlformats.org/officeDocument/2006/relationships" r:blip="">
              <dgm:adjLst/>
            </dgm:shape>
            <dgm:presOf/>
            <dgm:constrLst/>
          </dgm:layoutNode>
        </dgm:layoutNode>
        <dgm:forEach name="Name28"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Node>
  <dgm:extLst>
    <a:ext uri="{68A01E43-0DF5-4B5B-8FA6-DAF915123BFB}">
      <dgm1612:lstStyle xmlns:dgm1612="http://schemas.microsoft.com/office/drawing/2016/12/diagram">
        <a:lvl1pPr>
          <a:defRPr b="1"/>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C962F03-D7DC-CB6C-79F9-6EDB31BEAE45}"/>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E08D0420-EBB5-D564-54DE-341AD5F02B8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9AD50C4-F1A5-A448-9E63-11D939CA9B7B}" type="datetimeFigureOut">
              <a:rPr lang="en-US" smtClean="0"/>
              <a:t>5/21/2026</a:t>
            </a:fld>
            <a:endParaRPr lang="en-US" dirty="0"/>
          </a:p>
        </p:txBody>
      </p:sp>
      <p:sp>
        <p:nvSpPr>
          <p:cNvPr id="4" name="Footer Placeholder 3">
            <a:extLst>
              <a:ext uri="{FF2B5EF4-FFF2-40B4-BE49-F238E27FC236}">
                <a16:creationId xmlns:a16="http://schemas.microsoft.com/office/drawing/2014/main" id="{B05F5A34-0F73-44B8-F88C-ACF0104FF4A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09DC5854-4E8A-EB36-303D-1E97CBF232E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8260AD6-267C-A84D-8EB9-DEB2595DCFBC}" type="slidenum">
              <a:rPr lang="en-US" smtClean="0"/>
              <a:t>‹#›</a:t>
            </a:fld>
            <a:endParaRPr lang="en-US" dirty="0"/>
          </a:p>
        </p:txBody>
      </p:sp>
    </p:spTree>
    <p:extLst>
      <p:ext uri="{BB962C8B-B14F-4D97-AF65-F5344CB8AC3E}">
        <p14:creationId xmlns:p14="http://schemas.microsoft.com/office/powerpoint/2010/main" val="36881309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AD818D7-DF4E-4C59-9BBA-548250DAC33A}" type="datetimeFigureOut">
              <a:rPr lang="en-US" smtClean="0"/>
              <a:t>5/21/2026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C900A82-9926-4DBA-8BA5-A22EEB8ACF8E}" type="slidenum">
              <a:rPr lang="en-US" smtClean="0"/>
              <a:t>‹#›</a:t>
            </a:fld>
            <a:endParaRPr lang="en-US" dirty="0"/>
          </a:p>
        </p:txBody>
      </p:sp>
    </p:spTree>
    <p:extLst>
      <p:ext uri="{BB962C8B-B14F-4D97-AF65-F5344CB8AC3E}">
        <p14:creationId xmlns:p14="http://schemas.microsoft.com/office/powerpoint/2010/main" val="284234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C900A82-9926-4DBA-8BA5-A22EEB8ACF8E}" type="slidenum">
              <a:rPr lang="en-US" smtClean="0"/>
              <a:t>1</a:t>
            </a:fld>
            <a:endParaRPr lang="en-US" dirty="0"/>
          </a:p>
        </p:txBody>
      </p:sp>
    </p:spTree>
    <p:extLst>
      <p:ext uri="{BB962C8B-B14F-4D97-AF65-F5344CB8AC3E}">
        <p14:creationId xmlns:p14="http://schemas.microsoft.com/office/powerpoint/2010/main" val="229228218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C900A82-9926-4DBA-8BA5-A22EEB8ACF8E}" type="slidenum">
              <a:rPr lang="en-US" smtClean="0"/>
              <a:t>2</a:t>
            </a:fld>
            <a:endParaRPr lang="en-US" dirty="0"/>
          </a:p>
        </p:txBody>
      </p:sp>
    </p:spTree>
    <p:extLst>
      <p:ext uri="{BB962C8B-B14F-4D97-AF65-F5344CB8AC3E}">
        <p14:creationId xmlns:p14="http://schemas.microsoft.com/office/powerpoint/2010/main" val="219661847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C900A82-9926-4DBA-8BA5-A22EEB8ACF8E}" type="slidenum">
              <a:rPr lang="en-US" smtClean="0"/>
              <a:t>3</a:t>
            </a:fld>
            <a:endParaRPr lang="en-US" dirty="0"/>
          </a:p>
        </p:txBody>
      </p:sp>
    </p:spTree>
    <p:extLst>
      <p:ext uri="{BB962C8B-B14F-4D97-AF65-F5344CB8AC3E}">
        <p14:creationId xmlns:p14="http://schemas.microsoft.com/office/powerpoint/2010/main" val="5091899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C900A82-9926-4DBA-8BA5-A22EEB8ACF8E}" type="slidenum">
              <a:rPr lang="en-US" smtClean="0"/>
              <a:t>4</a:t>
            </a:fld>
            <a:endParaRPr lang="en-US" dirty="0"/>
          </a:p>
        </p:txBody>
      </p:sp>
    </p:spTree>
    <p:extLst>
      <p:ext uri="{BB962C8B-B14F-4D97-AF65-F5344CB8AC3E}">
        <p14:creationId xmlns:p14="http://schemas.microsoft.com/office/powerpoint/2010/main" val="31579348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C900A82-9926-4DBA-8BA5-A22EEB8ACF8E}" type="slidenum">
              <a:rPr lang="en-US" smtClean="0"/>
              <a:t>5</a:t>
            </a:fld>
            <a:endParaRPr lang="en-US" dirty="0"/>
          </a:p>
        </p:txBody>
      </p:sp>
    </p:spTree>
    <p:extLst>
      <p:ext uri="{BB962C8B-B14F-4D97-AF65-F5344CB8AC3E}">
        <p14:creationId xmlns:p14="http://schemas.microsoft.com/office/powerpoint/2010/main" val="419801092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C900A82-9926-4DBA-8BA5-A22EEB8ACF8E}" type="slidenum">
              <a:rPr lang="en-US" smtClean="0"/>
              <a:t>6</a:t>
            </a:fld>
            <a:endParaRPr lang="en-US" dirty="0"/>
          </a:p>
        </p:txBody>
      </p:sp>
    </p:spTree>
    <p:extLst>
      <p:ext uri="{BB962C8B-B14F-4D97-AF65-F5344CB8AC3E}">
        <p14:creationId xmlns:p14="http://schemas.microsoft.com/office/powerpoint/2010/main" val="6263823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C900A82-9926-4DBA-8BA5-A22EEB8ACF8E}" type="slidenum">
              <a:rPr lang="en-US" smtClean="0"/>
              <a:t>7</a:t>
            </a:fld>
            <a:endParaRPr lang="en-US" dirty="0"/>
          </a:p>
        </p:txBody>
      </p:sp>
    </p:spTree>
    <p:extLst>
      <p:ext uri="{BB962C8B-B14F-4D97-AF65-F5344CB8AC3E}">
        <p14:creationId xmlns:p14="http://schemas.microsoft.com/office/powerpoint/2010/main" val="60787864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C900A82-9926-4DBA-8BA5-A22EEB8ACF8E}" type="slidenum">
              <a:rPr lang="en-US" smtClean="0"/>
              <a:t>8</a:t>
            </a:fld>
            <a:endParaRPr lang="en-US" dirty="0"/>
          </a:p>
        </p:txBody>
      </p:sp>
    </p:spTree>
    <p:extLst>
      <p:ext uri="{BB962C8B-B14F-4D97-AF65-F5344CB8AC3E}">
        <p14:creationId xmlns:p14="http://schemas.microsoft.com/office/powerpoint/2010/main" val="365712479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C900A82-9926-4DBA-8BA5-A22EEB8ACF8E}" type="slidenum">
              <a:rPr lang="en-US" smtClean="0"/>
              <a:t>9</a:t>
            </a:fld>
            <a:endParaRPr lang="en-US" dirty="0"/>
          </a:p>
        </p:txBody>
      </p:sp>
    </p:spTree>
    <p:extLst>
      <p:ext uri="{BB962C8B-B14F-4D97-AF65-F5344CB8AC3E}">
        <p14:creationId xmlns:p14="http://schemas.microsoft.com/office/powerpoint/2010/main" val="8480259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C900A82-9926-4DBA-8BA5-A22EEB8ACF8E}" type="slidenum">
              <a:rPr lang="en-US" smtClean="0"/>
              <a:t>10</a:t>
            </a:fld>
            <a:endParaRPr lang="en-US" dirty="0"/>
          </a:p>
        </p:txBody>
      </p:sp>
    </p:spTree>
    <p:extLst>
      <p:ext uri="{BB962C8B-B14F-4D97-AF65-F5344CB8AC3E}">
        <p14:creationId xmlns:p14="http://schemas.microsoft.com/office/powerpoint/2010/main" val="286650239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C900A82-9926-4DBA-8BA5-A22EEB8ACF8E}" type="slidenum">
              <a:rPr lang="en-US" smtClean="0"/>
              <a:t>11</a:t>
            </a:fld>
            <a:endParaRPr lang="en-US" dirty="0"/>
          </a:p>
        </p:txBody>
      </p:sp>
    </p:spTree>
    <p:extLst>
      <p:ext uri="{BB962C8B-B14F-4D97-AF65-F5344CB8AC3E}">
        <p14:creationId xmlns:p14="http://schemas.microsoft.com/office/powerpoint/2010/main" val="428675842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C900A82-9926-4DBA-8BA5-A22EEB8ACF8E}" type="slidenum">
              <a:rPr lang="en-US" smtClean="0"/>
              <a:t>12</a:t>
            </a:fld>
            <a:endParaRPr lang="en-US" dirty="0"/>
          </a:p>
        </p:txBody>
      </p:sp>
    </p:spTree>
    <p:extLst>
      <p:ext uri="{BB962C8B-B14F-4D97-AF65-F5344CB8AC3E}">
        <p14:creationId xmlns:p14="http://schemas.microsoft.com/office/powerpoint/2010/main" val="126866042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C900A82-9926-4DBA-8BA5-A22EEB8ACF8E}" type="slidenum">
              <a:rPr lang="en-US" smtClean="0"/>
              <a:t>13</a:t>
            </a:fld>
            <a:endParaRPr lang="en-US" dirty="0"/>
          </a:p>
        </p:txBody>
      </p:sp>
    </p:spTree>
    <p:extLst>
      <p:ext uri="{BB962C8B-B14F-4D97-AF65-F5344CB8AC3E}">
        <p14:creationId xmlns:p14="http://schemas.microsoft.com/office/powerpoint/2010/main" val="15998727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bg>
      <p:bgPr>
        <a:solidFill>
          <a:schemeClr val="bg2"/>
        </a:solidFill>
        <a:effectLst/>
      </p:bgPr>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5E195471-80E6-2173-AB78-E4AE69292A67}"/>
              </a:ext>
              <a:ext uri="{C183D7F6-B498-43B3-948B-1728B52AA6E4}">
                <adec:decorative xmlns:adec="http://schemas.microsoft.com/office/drawing/2017/decorative" val="1"/>
              </a:ext>
            </a:extLst>
          </p:cNvPr>
          <p:cNvGrpSpPr/>
          <p:nvPr userDrawn="1"/>
        </p:nvGrpSpPr>
        <p:grpSpPr>
          <a:xfrm>
            <a:off x="1563663" y="856093"/>
            <a:ext cx="9064674" cy="5145815"/>
            <a:chOff x="1400539" y="700853"/>
            <a:chExt cx="9699638" cy="5506270"/>
          </a:xfrm>
        </p:grpSpPr>
        <p:sp>
          <p:nvSpPr>
            <p:cNvPr id="4" name="Oval 3">
              <a:extLst>
                <a:ext uri="{FF2B5EF4-FFF2-40B4-BE49-F238E27FC236}">
                  <a16:creationId xmlns:a16="http://schemas.microsoft.com/office/drawing/2014/main" id="{F183DD5A-FAA9-3AB5-A277-0BD8F58B7AC9}"/>
                </a:ext>
              </a:extLst>
            </p:cNvPr>
            <p:cNvSpPr/>
            <p:nvPr userDrawn="1"/>
          </p:nvSpPr>
          <p:spPr>
            <a:xfrm>
              <a:off x="1400539" y="700853"/>
              <a:ext cx="5506270" cy="5506270"/>
            </a:xfrm>
            <a:prstGeom prst="ellipse">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Oval 4">
              <a:extLst>
                <a:ext uri="{FF2B5EF4-FFF2-40B4-BE49-F238E27FC236}">
                  <a16:creationId xmlns:a16="http://schemas.microsoft.com/office/drawing/2014/main" id="{922BF3AA-2377-DDB1-A0FA-B1CEAEC0FCE9}"/>
                </a:ext>
              </a:extLst>
            </p:cNvPr>
            <p:cNvSpPr/>
            <p:nvPr userDrawn="1"/>
          </p:nvSpPr>
          <p:spPr>
            <a:xfrm>
              <a:off x="5593907" y="700853"/>
              <a:ext cx="5506270" cy="5506270"/>
            </a:xfrm>
            <a:prstGeom prst="ellipse">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Freeform 7">
              <a:extLst>
                <a:ext uri="{FF2B5EF4-FFF2-40B4-BE49-F238E27FC236}">
                  <a16:creationId xmlns:a16="http://schemas.microsoft.com/office/drawing/2014/main" id="{D1324873-CBF5-A3C4-2FED-7A74AB030421}"/>
                </a:ext>
              </a:extLst>
            </p:cNvPr>
            <p:cNvSpPr/>
            <p:nvPr userDrawn="1"/>
          </p:nvSpPr>
          <p:spPr>
            <a:xfrm>
              <a:off x="5593907" y="1672186"/>
              <a:ext cx="1312902" cy="3563605"/>
            </a:xfrm>
            <a:custGeom>
              <a:avLst/>
              <a:gdLst>
                <a:gd name="connsiteX0" fmla="*/ 656451 w 1312902"/>
                <a:gd name="connsiteY0" fmla="*/ 0 h 3563605"/>
                <a:gd name="connsiteX1" fmla="*/ 684220 w 1312902"/>
                <a:gd name="connsiteY1" fmla="*/ 30553 h 3563605"/>
                <a:gd name="connsiteX2" fmla="*/ 1312902 w 1312902"/>
                <a:gd name="connsiteY2" fmla="*/ 1781802 h 3563605"/>
                <a:gd name="connsiteX3" fmla="*/ 684220 w 1312902"/>
                <a:gd name="connsiteY3" fmla="*/ 3533052 h 3563605"/>
                <a:gd name="connsiteX4" fmla="*/ 656451 w 1312902"/>
                <a:gd name="connsiteY4" fmla="*/ 3563605 h 3563605"/>
                <a:gd name="connsiteX5" fmla="*/ 628683 w 1312902"/>
                <a:gd name="connsiteY5" fmla="*/ 3533052 h 3563605"/>
                <a:gd name="connsiteX6" fmla="*/ 0 w 1312902"/>
                <a:gd name="connsiteY6" fmla="*/ 1781802 h 3563605"/>
                <a:gd name="connsiteX7" fmla="*/ 628683 w 1312902"/>
                <a:gd name="connsiteY7" fmla="*/ 30553 h 3563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12902" h="3563605">
                  <a:moveTo>
                    <a:pt x="656451" y="0"/>
                  </a:moveTo>
                  <a:lnTo>
                    <a:pt x="684220" y="30553"/>
                  </a:lnTo>
                  <a:cubicBezTo>
                    <a:pt x="1076971" y="506457"/>
                    <a:pt x="1312902" y="1116577"/>
                    <a:pt x="1312902" y="1781802"/>
                  </a:cubicBezTo>
                  <a:cubicBezTo>
                    <a:pt x="1312902" y="2447027"/>
                    <a:pt x="1076971" y="3057147"/>
                    <a:pt x="684220" y="3533052"/>
                  </a:cubicBezTo>
                  <a:lnTo>
                    <a:pt x="656451" y="3563605"/>
                  </a:lnTo>
                  <a:lnTo>
                    <a:pt x="628683" y="3533052"/>
                  </a:lnTo>
                  <a:cubicBezTo>
                    <a:pt x="235932" y="3057147"/>
                    <a:pt x="0" y="2447027"/>
                    <a:pt x="0" y="1781802"/>
                  </a:cubicBezTo>
                  <a:cubicBezTo>
                    <a:pt x="0" y="1116577"/>
                    <a:pt x="235932" y="506457"/>
                    <a:pt x="628683" y="30553"/>
                  </a:cubicBezTo>
                  <a:close/>
                </a:path>
              </a:pathLst>
            </a:custGeom>
            <a:solidFill>
              <a:schemeClr val="accent1">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p:cNvSpPr>
            <a:spLocks noGrp="1"/>
          </p:cNvSpPr>
          <p:nvPr>
            <p:ph type="ctrTitle" hasCustomPrompt="1"/>
          </p:nvPr>
        </p:nvSpPr>
        <p:spPr>
          <a:xfrm>
            <a:off x="685799" y="685799"/>
            <a:ext cx="10058397" cy="4572000"/>
          </a:xfrm>
        </p:spPr>
        <p:txBody>
          <a:bodyPr lIns="0" tIns="0" rIns="0" bIns="0" anchor="t" anchorCtr="0">
            <a:noAutofit/>
          </a:bodyPr>
          <a:lstStyle>
            <a:lvl1pPr algn="l">
              <a:lnSpc>
                <a:spcPct val="100000"/>
              </a:lnSpc>
              <a:defRPr sz="7500" b="1" cap="none" spc="50" baseline="0">
                <a:solidFill>
                  <a:schemeClr val="tx1">
                    <a:lumMod val="85000"/>
                    <a:lumOff val="15000"/>
                  </a:schemeClr>
                </a:solidFill>
              </a:defRPr>
            </a:lvl1pPr>
          </a:lstStyle>
          <a:p>
            <a:r>
              <a:rPr lang="en-US" dirty="0"/>
              <a:t>Click to add title</a:t>
            </a:r>
          </a:p>
        </p:txBody>
      </p:sp>
      <p:grpSp>
        <p:nvGrpSpPr>
          <p:cNvPr id="15" name="Group 14">
            <a:extLst>
              <a:ext uri="{FF2B5EF4-FFF2-40B4-BE49-F238E27FC236}">
                <a16:creationId xmlns:a16="http://schemas.microsoft.com/office/drawing/2014/main" id="{E5D51DDB-9673-3EB3-5A4C-FC9A8E5EB2C4}"/>
              </a:ext>
              <a:ext uri="{C183D7F6-B498-43B3-948B-1728B52AA6E4}">
                <adec:decorative xmlns:adec="http://schemas.microsoft.com/office/drawing/2017/decorative" val="1"/>
              </a:ext>
            </a:extLst>
          </p:cNvPr>
          <p:cNvGrpSpPr/>
          <p:nvPr userDrawn="1"/>
        </p:nvGrpSpPr>
        <p:grpSpPr>
          <a:xfrm>
            <a:off x="10830496" y="760864"/>
            <a:ext cx="602728" cy="596004"/>
            <a:chOff x="11118823" y="513726"/>
            <a:chExt cx="602728" cy="596004"/>
          </a:xfrm>
        </p:grpSpPr>
        <p:cxnSp>
          <p:nvCxnSpPr>
            <p:cNvPr id="16" name="Straight Connector 15">
              <a:extLst>
                <a:ext uri="{FF2B5EF4-FFF2-40B4-BE49-F238E27FC236}">
                  <a16:creationId xmlns:a16="http://schemas.microsoft.com/office/drawing/2014/main" id="{4BC1B833-D0D3-F240-EFE9-6CA718F4FC37}"/>
                </a:ext>
              </a:extLst>
            </p:cNvPr>
            <p:cNvCxnSpPr>
              <a:cxnSpLocks/>
            </p:cNvCxnSpPr>
            <p:nvPr/>
          </p:nvCxnSpPr>
          <p:spPr>
            <a:xfrm>
              <a:off x="11165541" y="513726"/>
              <a:ext cx="549286" cy="0"/>
            </a:xfrm>
            <a:prstGeom prst="line">
              <a:avLst/>
            </a:prstGeom>
            <a:ln w="127000" cap="sq">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357E45EA-B5EA-7651-5C44-B45F5739233C}"/>
                </a:ext>
              </a:extLst>
            </p:cNvPr>
            <p:cNvCxnSpPr>
              <a:cxnSpLocks/>
            </p:cNvCxnSpPr>
            <p:nvPr/>
          </p:nvCxnSpPr>
          <p:spPr>
            <a:xfrm>
              <a:off x="11721551" y="513726"/>
              <a:ext cx="0" cy="544109"/>
            </a:xfrm>
            <a:prstGeom prst="line">
              <a:avLst/>
            </a:prstGeom>
            <a:ln w="127000" cap="sq">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2C7A966-3CEC-757D-106F-9E4061AA39B3}"/>
                </a:ext>
              </a:extLst>
            </p:cNvPr>
            <p:cNvCxnSpPr>
              <a:cxnSpLocks/>
            </p:cNvCxnSpPr>
            <p:nvPr/>
          </p:nvCxnSpPr>
          <p:spPr>
            <a:xfrm flipV="1">
              <a:off x="11118823" y="570368"/>
              <a:ext cx="539362" cy="539362"/>
            </a:xfrm>
            <a:prstGeom prst="line">
              <a:avLst/>
            </a:prstGeom>
            <a:ln w="127000" cap="sq">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grpSp>
      <p:cxnSp>
        <p:nvCxnSpPr>
          <p:cNvPr id="23" name="Straight Connector 22">
            <a:extLst>
              <a:ext uri="{FF2B5EF4-FFF2-40B4-BE49-F238E27FC236}">
                <a16:creationId xmlns:a16="http://schemas.microsoft.com/office/drawing/2014/main" id="{E15B6928-C16A-14F7-594D-C117C2FFA249}"/>
              </a:ext>
              <a:ext uri="{C183D7F6-B498-43B3-948B-1728B52AA6E4}">
                <adec:decorative xmlns:adec="http://schemas.microsoft.com/office/drawing/2017/decorative" val="1"/>
              </a:ext>
            </a:extLst>
          </p:cNvPr>
          <p:cNvCxnSpPr>
            <a:cxnSpLocks/>
          </p:cNvCxnSpPr>
          <p:nvPr userDrawn="1"/>
        </p:nvCxnSpPr>
        <p:spPr>
          <a:xfrm>
            <a:off x="685800" y="6413944"/>
            <a:ext cx="10820399" cy="0"/>
          </a:xfrm>
          <a:prstGeom prst="line">
            <a:avLst/>
          </a:prstGeom>
          <a:ln w="19050">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Agenda">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DF10B5E-BE44-608A-DE4B-D90C921A83E6}"/>
              </a:ext>
              <a:ext uri="{C183D7F6-B498-43B3-948B-1728B52AA6E4}">
                <adec:decorative xmlns:adec="http://schemas.microsoft.com/office/drawing/2017/decorative" val="1"/>
              </a:ext>
            </a:extLst>
          </p:cNvPr>
          <p:cNvSpPr/>
          <p:nvPr userDrawn="1"/>
        </p:nvSpPr>
        <p:spPr>
          <a:xfrm>
            <a:off x="0" y="0"/>
            <a:ext cx="5185458" cy="6858000"/>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hasCustomPrompt="1"/>
          </p:nvPr>
        </p:nvSpPr>
        <p:spPr>
          <a:xfrm>
            <a:off x="677334" y="694944"/>
            <a:ext cx="3789177" cy="4572000"/>
          </a:xfrm>
        </p:spPr>
        <p:txBody>
          <a:bodyPr lIns="0" tIns="0" rIns="0" bIns="0">
            <a:noAutofit/>
          </a:bodyPr>
          <a:lstStyle>
            <a:lvl1pPr>
              <a:lnSpc>
                <a:spcPts val="4500"/>
              </a:lnSpc>
              <a:defRPr sz="4000"/>
            </a:lvl1pPr>
          </a:lstStyle>
          <a:p>
            <a:r>
              <a:rPr lang="en-US" dirty="0"/>
              <a:t>Click to add title</a:t>
            </a:r>
          </a:p>
        </p:txBody>
      </p:sp>
      <p:sp>
        <p:nvSpPr>
          <p:cNvPr id="3" name="Content Placeholder 2"/>
          <p:cNvSpPr>
            <a:spLocks noGrp="1"/>
          </p:cNvSpPr>
          <p:nvPr>
            <p:ph idx="1" hasCustomPrompt="1"/>
          </p:nvPr>
        </p:nvSpPr>
        <p:spPr>
          <a:xfrm>
            <a:off x="5753101" y="694945"/>
            <a:ext cx="4297680" cy="5468112"/>
          </a:xfrm>
        </p:spPr>
        <p:txBody>
          <a:bodyPr lIns="0" tIns="0" rIns="0" bIns="0" anchor="t" anchorCtr="0">
            <a:normAutofit/>
          </a:bodyPr>
          <a:lstStyle>
            <a:lvl1pPr marL="457200" indent="-457200">
              <a:lnSpc>
                <a:spcPts val="3000"/>
              </a:lnSpc>
              <a:spcBef>
                <a:spcPts val="2800"/>
              </a:spcBef>
              <a:buSzPct val="100000"/>
              <a:buFont typeface="+mj-lt"/>
              <a:buAutoNum type="arabicPeriod"/>
              <a:defRPr sz="2400"/>
            </a:lvl1pPr>
            <a:lvl2pPr marL="914400" indent="-457200">
              <a:lnSpc>
                <a:spcPts val="3000"/>
              </a:lnSpc>
              <a:spcBef>
                <a:spcPts val="2800"/>
              </a:spcBef>
              <a:buSzPct val="100000"/>
              <a:buFont typeface="+mj-lt"/>
              <a:buAutoNum type="alphaLcPeriod"/>
              <a:defRPr sz="2000"/>
            </a:lvl2pPr>
            <a:lvl3pPr marL="1257300" indent="-342900">
              <a:lnSpc>
                <a:spcPts val="3000"/>
              </a:lnSpc>
              <a:spcBef>
                <a:spcPts val="2800"/>
              </a:spcBef>
              <a:buSzPct val="100000"/>
              <a:buFont typeface="+mj-lt"/>
              <a:buAutoNum type="arabicParenR"/>
              <a:defRPr sz="1800"/>
            </a:lvl3pPr>
            <a:lvl4pPr marL="1714500" indent="-342900">
              <a:lnSpc>
                <a:spcPts val="3000"/>
              </a:lnSpc>
              <a:spcBef>
                <a:spcPts val="2800"/>
              </a:spcBef>
              <a:buSzPct val="100000"/>
              <a:buFont typeface="+mj-lt"/>
              <a:buAutoNum type="alphaLcParenR"/>
              <a:defRPr sz="1600"/>
            </a:lvl4pPr>
            <a:lvl5pPr marL="2171700" indent="-342900">
              <a:lnSpc>
                <a:spcPts val="3000"/>
              </a:lnSpc>
              <a:spcBef>
                <a:spcPts val="2800"/>
              </a:spcBef>
              <a:buSzPct val="100000"/>
              <a:buFont typeface="+mj-lt"/>
              <a:buAutoNum type="romanLcPeriod"/>
              <a:defRPr sz="16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Slide Number Placeholder 7">
            <a:extLst>
              <a:ext uri="{FF2B5EF4-FFF2-40B4-BE49-F238E27FC236}">
                <a16:creationId xmlns:a16="http://schemas.microsoft.com/office/drawing/2014/main" id="{E6FD763C-F852-5912-832E-36897F8724FC}"/>
              </a:ext>
            </a:extLst>
          </p:cNvPr>
          <p:cNvSpPr>
            <a:spLocks noGrp="1"/>
          </p:cNvSpPr>
          <p:nvPr>
            <p:ph type="sldNum" sz="quarter" idx="11"/>
          </p:nvPr>
        </p:nvSpPr>
        <p:spPr/>
        <p:txBody>
          <a:bodyPr/>
          <a:lstStyle/>
          <a:p>
            <a:fld id="{D57F1E4F-1CFF-5643-939E-217C01CDF565}" type="slidenum">
              <a:rPr lang="en-US" smtClean="0"/>
              <a:pPr/>
              <a:t>‹#›</a:t>
            </a:fld>
            <a:endParaRPr lang="en-US" dirty="0"/>
          </a:p>
        </p:txBody>
      </p:sp>
      <p:cxnSp>
        <p:nvCxnSpPr>
          <p:cNvPr id="9" name="Straight Connector 8">
            <a:extLst>
              <a:ext uri="{FF2B5EF4-FFF2-40B4-BE49-F238E27FC236}">
                <a16:creationId xmlns:a16="http://schemas.microsoft.com/office/drawing/2014/main" id="{DCDF790A-BE20-4B91-3E2A-684AF14B98D1}"/>
              </a:ext>
              <a:ext uri="{C183D7F6-B498-43B3-948B-1728B52AA6E4}">
                <adec:decorative xmlns:adec="http://schemas.microsoft.com/office/drawing/2017/decorative" val="1"/>
              </a:ext>
            </a:extLst>
          </p:cNvPr>
          <p:cNvCxnSpPr>
            <a:cxnSpLocks/>
          </p:cNvCxnSpPr>
          <p:nvPr userDrawn="1"/>
        </p:nvCxnSpPr>
        <p:spPr>
          <a:xfrm>
            <a:off x="685800" y="6413944"/>
            <a:ext cx="10820399" cy="0"/>
          </a:xfrm>
          <a:prstGeom prst="line">
            <a:avLst/>
          </a:prstGeom>
          <a:ln w="19050">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772434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Section Title 1">
    <p:bg>
      <p:bgPr>
        <a:solidFill>
          <a:schemeClr val="bg2"/>
        </a:solidFill>
        <a:effectLst/>
      </p:bgPr>
    </p:bg>
    <p:spTree>
      <p:nvGrpSpPr>
        <p:cNvPr id="1" name=""/>
        <p:cNvGrpSpPr/>
        <p:nvPr/>
      </p:nvGrpSpPr>
      <p:grpSpPr>
        <a:xfrm>
          <a:off x="0" y="0"/>
          <a:ext cx="0" cy="0"/>
          <a:chOff x="0" y="0"/>
          <a:chExt cx="0" cy="0"/>
        </a:xfrm>
      </p:grpSpPr>
      <p:sp>
        <p:nvSpPr>
          <p:cNvPr id="7" name="Freeform 6">
            <a:extLst>
              <a:ext uri="{FF2B5EF4-FFF2-40B4-BE49-F238E27FC236}">
                <a16:creationId xmlns:a16="http://schemas.microsoft.com/office/drawing/2014/main" id="{FB062180-6901-78B5-8F7B-76665DF86085}"/>
              </a:ext>
              <a:ext uri="{C183D7F6-B498-43B3-948B-1728B52AA6E4}">
                <adec:decorative xmlns:adec="http://schemas.microsoft.com/office/drawing/2017/decorative" val="1"/>
              </a:ext>
            </a:extLst>
          </p:cNvPr>
          <p:cNvSpPr/>
          <p:nvPr userDrawn="1"/>
        </p:nvSpPr>
        <p:spPr>
          <a:xfrm rot="5400000">
            <a:off x="4074761" y="-551669"/>
            <a:ext cx="4042479" cy="5145816"/>
          </a:xfrm>
          <a:custGeom>
            <a:avLst/>
            <a:gdLst>
              <a:gd name="connsiteX0" fmla="*/ 0 w 4042479"/>
              <a:gd name="connsiteY0" fmla="*/ 4683197 h 5145816"/>
              <a:gd name="connsiteX1" fmla="*/ 0 w 4042479"/>
              <a:gd name="connsiteY1" fmla="*/ 462619 h 5145816"/>
              <a:gd name="connsiteX2" fmla="*/ 31034 w 4042479"/>
              <a:gd name="connsiteY2" fmla="*/ 439413 h 5145816"/>
              <a:gd name="connsiteX3" fmla="*/ 1469571 w 4042479"/>
              <a:gd name="connsiteY3" fmla="*/ 0 h 5145816"/>
              <a:gd name="connsiteX4" fmla="*/ 4042479 w 4042479"/>
              <a:gd name="connsiteY4" fmla="*/ 2572908 h 5145816"/>
              <a:gd name="connsiteX5" fmla="*/ 1469571 w 4042479"/>
              <a:gd name="connsiteY5" fmla="*/ 5145816 h 5145816"/>
              <a:gd name="connsiteX6" fmla="*/ 31034 w 4042479"/>
              <a:gd name="connsiteY6" fmla="*/ 4706404 h 514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042479" h="5145816">
                <a:moveTo>
                  <a:pt x="0" y="4683197"/>
                </a:moveTo>
                <a:lnTo>
                  <a:pt x="0" y="462619"/>
                </a:lnTo>
                <a:lnTo>
                  <a:pt x="31034" y="439413"/>
                </a:lnTo>
                <a:cubicBezTo>
                  <a:pt x="441673" y="161990"/>
                  <a:pt x="936704" y="0"/>
                  <a:pt x="1469571" y="0"/>
                </a:cubicBezTo>
                <a:cubicBezTo>
                  <a:pt x="2890549" y="0"/>
                  <a:pt x="4042479" y="1151930"/>
                  <a:pt x="4042479" y="2572908"/>
                </a:cubicBezTo>
                <a:cubicBezTo>
                  <a:pt x="4042479" y="3993886"/>
                  <a:pt x="2890549" y="5145816"/>
                  <a:pt x="1469571" y="5145816"/>
                </a:cubicBezTo>
                <a:cubicBezTo>
                  <a:pt x="936704" y="5145816"/>
                  <a:pt x="441672" y="4983826"/>
                  <a:pt x="31034" y="4706404"/>
                </a:cubicBezTo>
                <a:close/>
              </a:path>
            </a:pathLst>
          </a:cu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1" name="Freeform 10">
            <a:extLst>
              <a:ext uri="{FF2B5EF4-FFF2-40B4-BE49-F238E27FC236}">
                <a16:creationId xmlns:a16="http://schemas.microsoft.com/office/drawing/2014/main" id="{4E5909B6-3BD3-89A6-C532-2485920A25E0}"/>
              </a:ext>
              <a:ext uri="{C183D7F6-B498-43B3-948B-1728B52AA6E4}">
                <adec:decorative xmlns:adec="http://schemas.microsoft.com/office/drawing/2017/decorative" val="1"/>
              </a:ext>
            </a:extLst>
          </p:cNvPr>
          <p:cNvSpPr/>
          <p:nvPr userDrawn="1"/>
        </p:nvSpPr>
        <p:spPr>
          <a:xfrm rot="5400000">
            <a:off x="4074762" y="2263853"/>
            <a:ext cx="4042477" cy="5145816"/>
          </a:xfrm>
          <a:custGeom>
            <a:avLst/>
            <a:gdLst>
              <a:gd name="connsiteX0" fmla="*/ 0 w 4042477"/>
              <a:gd name="connsiteY0" fmla="*/ 2572908 h 5145816"/>
              <a:gd name="connsiteX1" fmla="*/ 2572908 w 4042477"/>
              <a:gd name="connsiteY1" fmla="*/ 0 h 5145816"/>
              <a:gd name="connsiteX2" fmla="*/ 4011446 w 4042477"/>
              <a:gd name="connsiteY2" fmla="*/ 439412 h 5145816"/>
              <a:gd name="connsiteX3" fmla="*/ 4042477 w 4042477"/>
              <a:gd name="connsiteY3" fmla="*/ 462617 h 5145816"/>
              <a:gd name="connsiteX4" fmla="*/ 4042477 w 4042477"/>
              <a:gd name="connsiteY4" fmla="*/ 4683199 h 5145816"/>
              <a:gd name="connsiteX5" fmla="*/ 4011445 w 4042477"/>
              <a:gd name="connsiteY5" fmla="*/ 4706404 h 5145816"/>
              <a:gd name="connsiteX6" fmla="*/ 2572908 w 4042477"/>
              <a:gd name="connsiteY6" fmla="*/ 5145816 h 5145816"/>
              <a:gd name="connsiteX7" fmla="*/ 0 w 4042477"/>
              <a:gd name="connsiteY7" fmla="*/ 2572908 h 514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042477" h="5145816">
                <a:moveTo>
                  <a:pt x="0" y="2572908"/>
                </a:moveTo>
                <a:cubicBezTo>
                  <a:pt x="0" y="1151930"/>
                  <a:pt x="1151930" y="0"/>
                  <a:pt x="2572908" y="0"/>
                </a:cubicBezTo>
                <a:cubicBezTo>
                  <a:pt x="3105775" y="0"/>
                  <a:pt x="3600807" y="161990"/>
                  <a:pt x="4011446" y="439412"/>
                </a:cubicBezTo>
                <a:lnTo>
                  <a:pt x="4042477" y="462617"/>
                </a:lnTo>
                <a:lnTo>
                  <a:pt x="4042477" y="4683199"/>
                </a:lnTo>
                <a:lnTo>
                  <a:pt x="4011445" y="4706404"/>
                </a:lnTo>
                <a:cubicBezTo>
                  <a:pt x="3600806" y="4983826"/>
                  <a:pt x="3105775" y="5145816"/>
                  <a:pt x="2572908" y="5145816"/>
                </a:cubicBezTo>
                <a:cubicBezTo>
                  <a:pt x="1151930" y="5145816"/>
                  <a:pt x="0" y="3993886"/>
                  <a:pt x="0" y="2572908"/>
                </a:cubicBez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8" name="Freeform 7">
            <a:extLst>
              <a:ext uri="{FF2B5EF4-FFF2-40B4-BE49-F238E27FC236}">
                <a16:creationId xmlns:a16="http://schemas.microsoft.com/office/drawing/2014/main" id="{D1324873-CBF5-A3C4-2FED-7A74AB030421}"/>
              </a:ext>
              <a:ext uri="{C183D7F6-B498-43B3-948B-1728B52AA6E4}">
                <adec:decorative xmlns:adec="http://schemas.microsoft.com/office/drawing/2017/decorative" val="1"/>
              </a:ext>
            </a:extLst>
          </p:cNvPr>
          <p:cNvSpPr/>
          <p:nvPr userDrawn="1"/>
        </p:nvSpPr>
        <p:spPr>
          <a:xfrm rot="5400000">
            <a:off x="5482522" y="1763840"/>
            <a:ext cx="1226956" cy="3330322"/>
          </a:xfrm>
          <a:custGeom>
            <a:avLst/>
            <a:gdLst>
              <a:gd name="connsiteX0" fmla="*/ 656451 w 1312902"/>
              <a:gd name="connsiteY0" fmla="*/ 0 h 3563605"/>
              <a:gd name="connsiteX1" fmla="*/ 684220 w 1312902"/>
              <a:gd name="connsiteY1" fmla="*/ 30553 h 3563605"/>
              <a:gd name="connsiteX2" fmla="*/ 1312902 w 1312902"/>
              <a:gd name="connsiteY2" fmla="*/ 1781802 h 3563605"/>
              <a:gd name="connsiteX3" fmla="*/ 684220 w 1312902"/>
              <a:gd name="connsiteY3" fmla="*/ 3533052 h 3563605"/>
              <a:gd name="connsiteX4" fmla="*/ 656451 w 1312902"/>
              <a:gd name="connsiteY4" fmla="*/ 3563605 h 3563605"/>
              <a:gd name="connsiteX5" fmla="*/ 628683 w 1312902"/>
              <a:gd name="connsiteY5" fmla="*/ 3533052 h 3563605"/>
              <a:gd name="connsiteX6" fmla="*/ 0 w 1312902"/>
              <a:gd name="connsiteY6" fmla="*/ 1781802 h 3563605"/>
              <a:gd name="connsiteX7" fmla="*/ 628683 w 1312902"/>
              <a:gd name="connsiteY7" fmla="*/ 30553 h 3563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12902" h="3563605">
                <a:moveTo>
                  <a:pt x="656451" y="0"/>
                </a:moveTo>
                <a:lnTo>
                  <a:pt x="684220" y="30553"/>
                </a:lnTo>
                <a:cubicBezTo>
                  <a:pt x="1076971" y="506457"/>
                  <a:pt x="1312902" y="1116577"/>
                  <a:pt x="1312902" y="1781802"/>
                </a:cubicBezTo>
                <a:cubicBezTo>
                  <a:pt x="1312902" y="2447027"/>
                  <a:pt x="1076971" y="3057147"/>
                  <a:pt x="684220" y="3533052"/>
                </a:cubicBezTo>
                <a:lnTo>
                  <a:pt x="656451" y="3563605"/>
                </a:lnTo>
                <a:lnTo>
                  <a:pt x="628683" y="3533052"/>
                </a:lnTo>
                <a:cubicBezTo>
                  <a:pt x="235932" y="3057147"/>
                  <a:pt x="0" y="2447027"/>
                  <a:pt x="0" y="1781802"/>
                </a:cubicBezTo>
                <a:cubicBezTo>
                  <a:pt x="0" y="1116577"/>
                  <a:pt x="235932" y="506457"/>
                  <a:pt x="628683" y="30553"/>
                </a:cubicBezTo>
                <a:close/>
              </a:path>
            </a:pathLst>
          </a:custGeom>
          <a:solidFill>
            <a:schemeClr val="accent1">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p:cNvSpPr>
            <a:spLocks noGrp="1"/>
          </p:cNvSpPr>
          <p:nvPr>
            <p:ph type="ctrTitle" hasCustomPrompt="1"/>
          </p:nvPr>
        </p:nvSpPr>
        <p:spPr>
          <a:xfrm>
            <a:off x="685799" y="685798"/>
            <a:ext cx="10058400" cy="4572000"/>
          </a:xfrm>
        </p:spPr>
        <p:txBody>
          <a:bodyPr lIns="0" tIns="0" rIns="0" bIns="0" anchor="t" anchorCtr="0">
            <a:noAutofit/>
          </a:bodyPr>
          <a:lstStyle>
            <a:lvl1pPr algn="l">
              <a:lnSpc>
                <a:spcPct val="100000"/>
              </a:lnSpc>
              <a:defRPr sz="7500" b="1" cap="none" spc="50" baseline="0">
                <a:solidFill>
                  <a:schemeClr val="tx1">
                    <a:lumMod val="85000"/>
                    <a:lumOff val="15000"/>
                  </a:schemeClr>
                </a:solidFill>
              </a:defRPr>
            </a:lvl1pPr>
          </a:lstStyle>
          <a:p>
            <a:r>
              <a:rPr lang="en-US" dirty="0"/>
              <a:t>Click to add title</a:t>
            </a:r>
          </a:p>
        </p:txBody>
      </p:sp>
      <p:sp>
        <p:nvSpPr>
          <p:cNvPr id="3" name="Subtitle 2"/>
          <p:cNvSpPr>
            <a:spLocks noGrp="1"/>
          </p:cNvSpPr>
          <p:nvPr>
            <p:ph type="subTitle" idx="1" hasCustomPrompt="1"/>
          </p:nvPr>
        </p:nvSpPr>
        <p:spPr>
          <a:xfrm>
            <a:off x="685799" y="5267956"/>
            <a:ext cx="10058400" cy="914400"/>
          </a:xfrm>
        </p:spPr>
        <p:txBody>
          <a:bodyPr lIns="0" tIns="0" rIns="0" bIns="0" anchor="b" anchorCtr="0">
            <a:normAutofit/>
          </a:bodyPr>
          <a:lstStyle>
            <a:lvl1pPr marL="0" indent="0" algn="l">
              <a:buNone/>
              <a:defRPr sz="3600" b="1">
                <a:solidFill>
                  <a:schemeClr val="tx1">
                    <a:lumMod val="85000"/>
                    <a:lumOff val="1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lvl="0"/>
            <a:r>
              <a:rPr lang="en-US" dirty="0"/>
              <a:t>Click to add subtitle</a:t>
            </a:r>
          </a:p>
        </p:txBody>
      </p:sp>
      <p:grpSp>
        <p:nvGrpSpPr>
          <p:cNvPr id="15" name="Group 14">
            <a:extLst>
              <a:ext uri="{FF2B5EF4-FFF2-40B4-BE49-F238E27FC236}">
                <a16:creationId xmlns:a16="http://schemas.microsoft.com/office/drawing/2014/main" id="{E5D51DDB-9673-3EB3-5A4C-FC9A8E5EB2C4}"/>
              </a:ext>
              <a:ext uri="{C183D7F6-B498-43B3-948B-1728B52AA6E4}">
                <adec:decorative xmlns:adec="http://schemas.microsoft.com/office/drawing/2017/decorative" val="1"/>
              </a:ext>
            </a:extLst>
          </p:cNvPr>
          <p:cNvGrpSpPr/>
          <p:nvPr userDrawn="1"/>
        </p:nvGrpSpPr>
        <p:grpSpPr>
          <a:xfrm>
            <a:off x="10830496" y="760864"/>
            <a:ext cx="602728" cy="596004"/>
            <a:chOff x="11118823" y="513726"/>
            <a:chExt cx="602728" cy="596004"/>
          </a:xfrm>
        </p:grpSpPr>
        <p:cxnSp>
          <p:nvCxnSpPr>
            <p:cNvPr id="16" name="Straight Connector 15">
              <a:extLst>
                <a:ext uri="{FF2B5EF4-FFF2-40B4-BE49-F238E27FC236}">
                  <a16:creationId xmlns:a16="http://schemas.microsoft.com/office/drawing/2014/main" id="{4BC1B833-D0D3-F240-EFE9-6CA718F4FC37}"/>
                </a:ext>
              </a:extLst>
            </p:cNvPr>
            <p:cNvCxnSpPr>
              <a:cxnSpLocks/>
            </p:cNvCxnSpPr>
            <p:nvPr/>
          </p:nvCxnSpPr>
          <p:spPr>
            <a:xfrm>
              <a:off x="11165541" y="513726"/>
              <a:ext cx="549286" cy="0"/>
            </a:xfrm>
            <a:prstGeom prst="line">
              <a:avLst/>
            </a:prstGeom>
            <a:ln w="127000" cap="sq">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357E45EA-B5EA-7651-5C44-B45F5739233C}"/>
                </a:ext>
              </a:extLst>
            </p:cNvPr>
            <p:cNvCxnSpPr>
              <a:cxnSpLocks/>
            </p:cNvCxnSpPr>
            <p:nvPr/>
          </p:nvCxnSpPr>
          <p:spPr>
            <a:xfrm>
              <a:off x="11721551" y="513726"/>
              <a:ext cx="0" cy="544109"/>
            </a:xfrm>
            <a:prstGeom prst="line">
              <a:avLst/>
            </a:prstGeom>
            <a:ln w="127000" cap="sq">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2C7A966-3CEC-757D-106F-9E4061AA39B3}"/>
                </a:ext>
              </a:extLst>
            </p:cNvPr>
            <p:cNvCxnSpPr>
              <a:cxnSpLocks/>
            </p:cNvCxnSpPr>
            <p:nvPr/>
          </p:nvCxnSpPr>
          <p:spPr>
            <a:xfrm flipV="1">
              <a:off x="11118823" y="570368"/>
              <a:ext cx="539362" cy="539362"/>
            </a:xfrm>
            <a:prstGeom prst="line">
              <a:avLst/>
            </a:prstGeom>
            <a:ln w="127000" cap="sq">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grpSp>
      <p:cxnSp>
        <p:nvCxnSpPr>
          <p:cNvPr id="23" name="Straight Connector 22">
            <a:extLst>
              <a:ext uri="{FF2B5EF4-FFF2-40B4-BE49-F238E27FC236}">
                <a16:creationId xmlns:a16="http://schemas.microsoft.com/office/drawing/2014/main" id="{E15B6928-C16A-14F7-594D-C117C2FFA249}"/>
              </a:ext>
              <a:ext uri="{C183D7F6-B498-43B3-948B-1728B52AA6E4}">
                <adec:decorative xmlns:adec="http://schemas.microsoft.com/office/drawing/2017/decorative" val="1"/>
              </a:ext>
            </a:extLst>
          </p:cNvPr>
          <p:cNvCxnSpPr>
            <a:cxnSpLocks/>
          </p:cNvCxnSpPr>
          <p:nvPr userDrawn="1"/>
        </p:nvCxnSpPr>
        <p:spPr>
          <a:xfrm>
            <a:off x="685800" y="6413944"/>
            <a:ext cx="10820399" cy="0"/>
          </a:xfrm>
          <a:prstGeom prst="line">
            <a:avLst/>
          </a:prstGeom>
          <a:ln w="19050">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2074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1">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DF10B5E-BE44-608A-DE4B-D90C921A83E6}"/>
              </a:ext>
              <a:ext uri="{C183D7F6-B498-43B3-948B-1728B52AA6E4}">
                <adec:decorative xmlns:adec="http://schemas.microsoft.com/office/drawing/2017/decorative" val="1"/>
              </a:ext>
            </a:extLst>
          </p:cNvPr>
          <p:cNvSpPr/>
          <p:nvPr userDrawn="1"/>
        </p:nvSpPr>
        <p:spPr>
          <a:xfrm>
            <a:off x="0" y="0"/>
            <a:ext cx="5185458" cy="6858000"/>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hasCustomPrompt="1"/>
          </p:nvPr>
        </p:nvSpPr>
        <p:spPr>
          <a:xfrm>
            <a:off x="677334" y="694944"/>
            <a:ext cx="3789177" cy="4572000"/>
          </a:xfrm>
        </p:spPr>
        <p:txBody>
          <a:bodyPr lIns="0" tIns="0" rIns="0" bIns="0">
            <a:noAutofit/>
          </a:bodyPr>
          <a:lstStyle>
            <a:lvl1pPr>
              <a:lnSpc>
                <a:spcPts val="4500"/>
              </a:lnSpc>
              <a:defRPr sz="4000"/>
            </a:lvl1pPr>
          </a:lstStyle>
          <a:p>
            <a:r>
              <a:rPr lang="en-US" dirty="0"/>
              <a:t>Click to add title</a:t>
            </a:r>
          </a:p>
        </p:txBody>
      </p:sp>
      <p:sp>
        <p:nvSpPr>
          <p:cNvPr id="3" name="Content Placeholder 2"/>
          <p:cNvSpPr>
            <a:spLocks noGrp="1"/>
          </p:cNvSpPr>
          <p:nvPr>
            <p:ph idx="1" hasCustomPrompt="1"/>
          </p:nvPr>
        </p:nvSpPr>
        <p:spPr>
          <a:xfrm>
            <a:off x="5753101" y="694945"/>
            <a:ext cx="4572000" cy="5468112"/>
          </a:xfrm>
        </p:spPr>
        <p:txBody>
          <a:bodyPr lIns="0" tIns="0" rIns="0" bIns="0" anchor="t" anchorCtr="0"/>
          <a:lstStyle>
            <a:lvl1pPr marL="0" indent="0">
              <a:lnSpc>
                <a:spcPts val="2400"/>
              </a:lnSpc>
              <a:spcBef>
                <a:spcPts val="1000"/>
              </a:spcBef>
              <a:buNone/>
              <a:defRPr/>
            </a:lvl1pPr>
            <a:lvl2pPr marL="742950" indent="-285750">
              <a:lnSpc>
                <a:spcPts val="2400"/>
              </a:lnSpc>
              <a:spcBef>
                <a:spcPts val="1000"/>
              </a:spcBef>
              <a:buFont typeface="Wingdings 3" panose="05040102010807070707" pitchFamily="18" charset="2"/>
              <a:buChar char="u"/>
              <a:defRPr/>
            </a:lvl2pPr>
            <a:lvl3pPr marL="1200150" indent="-285750">
              <a:lnSpc>
                <a:spcPts val="2400"/>
              </a:lnSpc>
              <a:spcBef>
                <a:spcPts val="1000"/>
              </a:spcBef>
              <a:buFont typeface="Wingdings 3" panose="05040102010807070707" pitchFamily="18" charset="2"/>
              <a:buChar char="u"/>
              <a:defRPr/>
            </a:lvl3pPr>
            <a:lvl4pPr marL="1543050" indent="-171450">
              <a:lnSpc>
                <a:spcPts val="2400"/>
              </a:lnSpc>
              <a:spcBef>
                <a:spcPts val="1000"/>
              </a:spcBef>
              <a:buFont typeface="Wingdings 3" panose="05040102010807070707" pitchFamily="18" charset="2"/>
              <a:buChar char="u"/>
              <a:defRPr/>
            </a:lvl4pPr>
            <a:lvl5pPr marL="2000250" indent="-171450">
              <a:lnSpc>
                <a:spcPts val="2400"/>
              </a:lnSpc>
              <a:spcBef>
                <a:spcPts val="1000"/>
              </a:spcBef>
              <a:buFont typeface="Wingdings 3" panose="05040102010807070707" pitchFamily="18" charset="2"/>
              <a:buChar char="u"/>
              <a:defRPr/>
            </a:lvl5pPr>
          </a:lstStyle>
          <a:p>
            <a:pPr marL="0" marR="0" lvl="0" indent="0" algn="l" defTabSz="457200" rtl="0" eaLnBrk="1" fontAlgn="auto" latinLnBrk="0" hangingPunct="1">
              <a:lnSpc>
                <a:spcPts val="2400"/>
              </a:lnSpc>
              <a:spcBef>
                <a:spcPts val="1000"/>
              </a:spcBef>
              <a:spcAft>
                <a:spcPts val="0"/>
              </a:spcAft>
              <a:buClr>
                <a:schemeClr val="tx1">
                  <a:lumMod val="85000"/>
                  <a:lumOff val="15000"/>
                </a:schemeClr>
              </a:buClr>
              <a:buSzPct val="80000"/>
              <a:buFont typeface="Wingdings 3" charset="2"/>
              <a:buNone/>
              <a:tabLst/>
              <a:defRPr/>
            </a:pPr>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Slide Number Placeholder 7">
            <a:extLst>
              <a:ext uri="{FF2B5EF4-FFF2-40B4-BE49-F238E27FC236}">
                <a16:creationId xmlns:a16="http://schemas.microsoft.com/office/drawing/2014/main" id="{E6FD763C-F852-5912-832E-36897F8724FC}"/>
              </a:ext>
            </a:extLst>
          </p:cNvPr>
          <p:cNvSpPr>
            <a:spLocks noGrp="1"/>
          </p:cNvSpPr>
          <p:nvPr>
            <p:ph type="sldNum" sz="quarter" idx="11"/>
          </p:nvPr>
        </p:nvSpPr>
        <p:spPr>
          <a:xfrm>
            <a:off x="685800" y="5953968"/>
            <a:ext cx="365760" cy="365760"/>
          </a:xfrm>
        </p:spPr>
        <p:txBody>
          <a:bodyPr/>
          <a:lstStyle/>
          <a:p>
            <a:fld id="{D57F1E4F-1CFF-5643-939E-217C01CDF565}" type="slidenum">
              <a:rPr lang="en-US" smtClean="0"/>
              <a:pPr/>
              <a:t>‹#›</a:t>
            </a:fld>
            <a:endParaRPr lang="en-US" dirty="0"/>
          </a:p>
        </p:txBody>
      </p:sp>
      <p:cxnSp>
        <p:nvCxnSpPr>
          <p:cNvPr id="9" name="Straight Connector 8">
            <a:extLst>
              <a:ext uri="{FF2B5EF4-FFF2-40B4-BE49-F238E27FC236}">
                <a16:creationId xmlns:a16="http://schemas.microsoft.com/office/drawing/2014/main" id="{DCDF790A-BE20-4B91-3E2A-684AF14B98D1}"/>
              </a:ext>
              <a:ext uri="{C183D7F6-B498-43B3-948B-1728B52AA6E4}">
                <adec:decorative xmlns:adec="http://schemas.microsoft.com/office/drawing/2017/decorative" val="1"/>
              </a:ext>
            </a:extLst>
          </p:cNvPr>
          <p:cNvCxnSpPr>
            <a:cxnSpLocks/>
          </p:cNvCxnSpPr>
          <p:nvPr userDrawn="1"/>
        </p:nvCxnSpPr>
        <p:spPr>
          <a:xfrm>
            <a:off x="685800" y="6413944"/>
            <a:ext cx="10820399" cy="0"/>
          </a:xfrm>
          <a:prstGeom prst="line">
            <a:avLst/>
          </a:prstGeom>
          <a:ln w="19050">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5" name="Date Placeholder 4">
            <a:extLst>
              <a:ext uri="{FF2B5EF4-FFF2-40B4-BE49-F238E27FC236}">
                <a16:creationId xmlns:a16="http://schemas.microsoft.com/office/drawing/2014/main" id="{02681981-ACA6-F321-B526-C400A1D9E74F}"/>
              </a:ext>
            </a:extLst>
          </p:cNvPr>
          <p:cNvSpPr>
            <a:spLocks noGrp="1"/>
          </p:cNvSpPr>
          <p:nvPr>
            <p:ph type="dt" sz="half" idx="12"/>
          </p:nvPr>
        </p:nvSpPr>
        <p:spPr/>
        <p:txBody>
          <a:bodyPr/>
          <a:lstStyle/>
          <a:p>
            <a:fld id="{88FD4BCE-35F6-425E-BEE7-07902E8BBFFC}" type="datetimeFigureOut">
              <a:rPr lang="en-US" smtClean="0"/>
              <a:pPr/>
              <a:t>5/21/2026</a:t>
            </a:fld>
            <a:endParaRPr lang="en-US" dirty="0"/>
          </a:p>
        </p:txBody>
      </p:sp>
      <p:sp>
        <p:nvSpPr>
          <p:cNvPr id="6" name="Footer Placeholder 5">
            <a:extLst>
              <a:ext uri="{FF2B5EF4-FFF2-40B4-BE49-F238E27FC236}">
                <a16:creationId xmlns:a16="http://schemas.microsoft.com/office/drawing/2014/main" id="{CC86D413-D12F-D4FC-0369-637417A8ACAF}"/>
              </a:ext>
            </a:extLst>
          </p:cNvPr>
          <p:cNvSpPr>
            <a:spLocks noGrp="1"/>
          </p:cNvSpPr>
          <p:nvPr>
            <p:ph type="ftr" sz="quarter" idx="13"/>
          </p:nvPr>
        </p:nvSpPr>
        <p:spPr/>
        <p:txBody>
          <a:bodyPr/>
          <a:lstStyle/>
          <a:p>
            <a:endParaRPr lang="en-US" dirty="0"/>
          </a:p>
        </p:txBody>
      </p:sp>
    </p:spTree>
    <p:extLst>
      <p:ext uri="{BB962C8B-B14F-4D97-AF65-F5344CB8AC3E}">
        <p14:creationId xmlns:p14="http://schemas.microsoft.com/office/powerpoint/2010/main" val="40225693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Section Title and Image">
    <p:bg>
      <p:bgPr>
        <a:solidFill>
          <a:schemeClr val="bg2"/>
        </a:solidFill>
        <a:effectLst/>
      </p:bgPr>
    </p:bg>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E5D51DDB-9673-3EB3-5A4C-FC9A8E5EB2C4}"/>
              </a:ext>
              <a:ext uri="{C183D7F6-B498-43B3-948B-1728B52AA6E4}">
                <adec:decorative xmlns:adec="http://schemas.microsoft.com/office/drawing/2017/decorative" val="1"/>
              </a:ext>
            </a:extLst>
          </p:cNvPr>
          <p:cNvGrpSpPr/>
          <p:nvPr userDrawn="1"/>
        </p:nvGrpSpPr>
        <p:grpSpPr>
          <a:xfrm>
            <a:off x="10830496" y="760864"/>
            <a:ext cx="602728" cy="596004"/>
            <a:chOff x="11118823" y="513726"/>
            <a:chExt cx="602728" cy="596004"/>
          </a:xfrm>
        </p:grpSpPr>
        <p:cxnSp>
          <p:nvCxnSpPr>
            <p:cNvPr id="16" name="Straight Connector 15">
              <a:extLst>
                <a:ext uri="{FF2B5EF4-FFF2-40B4-BE49-F238E27FC236}">
                  <a16:creationId xmlns:a16="http://schemas.microsoft.com/office/drawing/2014/main" id="{4BC1B833-D0D3-F240-EFE9-6CA718F4FC37}"/>
                </a:ext>
              </a:extLst>
            </p:cNvPr>
            <p:cNvCxnSpPr>
              <a:cxnSpLocks/>
            </p:cNvCxnSpPr>
            <p:nvPr/>
          </p:nvCxnSpPr>
          <p:spPr>
            <a:xfrm>
              <a:off x="11165541" y="513726"/>
              <a:ext cx="549286" cy="0"/>
            </a:xfrm>
            <a:prstGeom prst="line">
              <a:avLst/>
            </a:prstGeom>
            <a:ln w="127000" cap="sq">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357E45EA-B5EA-7651-5C44-B45F5739233C}"/>
                </a:ext>
              </a:extLst>
            </p:cNvPr>
            <p:cNvCxnSpPr>
              <a:cxnSpLocks/>
            </p:cNvCxnSpPr>
            <p:nvPr/>
          </p:nvCxnSpPr>
          <p:spPr>
            <a:xfrm>
              <a:off x="11721551" y="513726"/>
              <a:ext cx="0" cy="544109"/>
            </a:xfrm>
            <a:prstGeom prst="line">
              <a:avLst/>
            </a:prstGeom>
            <a:ln w="127000" cap="sq">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2C7A966-3CEC-757D-106F-9E4061AA39B3}"/>
                </a:ext>
              </a:extLst>
            </p:cNvPr>
            <p:cNvCxnSpPr>
              <a:cxnSpLocks/>
            </p:cNvCxnSpPr>
            <p:nvPr/>
          </p:nvCxnSpPr>
          <p:spPr>
            <a:xfrm flipV="1">
              <a:off x="11118823" y="570368"/>
              <a:ext cx="539362" cy="539362"/>
            </a:xfrm>
            <a:prstGeom prst="line">
              <a:avLst/>
            </a:prstGeom>
            <a:ln w="127000" cap="sq">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grpSp>
      <p:cxnSp>
        <p:nvCxnSpPr>
          <p:cNvPr id="23" name="Straight Connector 22">
            <a:extLst>
              <a:ext uri="{FF2B5EF4-FFF2-40B4-BE49-F238E27FC236}">
                <a16:creationId xmlns:a16="http://schemas.microsoft.com/office/drawing/2014/main" id="{E15B6928-C16A-14F7-594D-C117C2FFA249}"/>
              </a:ext>
              <a:ext uri="{C183D7F6-B498-43B3-948B-1728B52AA6E4}">
                <adec:decorative xmlns:adec="http://schemas.microsoft.com/office/drawing/2017/decorative" val="1"/>
              </a:ext>
            </a:extLst>
          </p:cNvPr>
          <p:cNvCxnSpPr>
            <a:cxnSpLocks/>
          </p:cNvCxnSpPr>
          <p:nvPr userDrawn="1"/>
        </p:nvCxnSpPr>
        <p:spPr>
          <a:xfrm>
            <a:off x="685800" y="6413944"/>
            <a:ext cx="10820399" cy="0"/>
          </a:xfrm>
          <a:prstGeom prst="line">
            <a:avLst/>
          </a:prstGeom>
          <a:ln w="19050">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grpSp>
        <p:nvGrpSpPr>
          <p:cNvPr id="20" name="Group 19">
            <a:extLst>
              <a:ext uri="{FF2B5EF4-FFF2-40B4-BE49-F238E27FC236}">
                <a16:creationId xmlns:a16="http://schemas.microsoft.com/office/drawing/2014/main" id="{585531A5-E0BC-2493-B1DF-7FDEBBD00DF4}"/>
              </a:ext>
              <a:ext uri="{C183D7F6-B498-43B3-948B-1728B52AA6E4}">
                <adec:decorative xmlns:adec="http://schemas.microsoft.com/office/drawing/2017/decorative" val="1"/>
              </a:ext>
            </a:extLst>
          </p:cNvPr>
          <p:cNvGrpSpPr/>
          <p:nvPr userDrawn="1"/>
        </p:nvGrpSpPr>
        <p:grpSpPr>
          <a:xfrm flipH="1">
            <a:off x="0" y="856093"/>
            <a:ext cx="5791637" cy="5145815"/>
            <a:chOff x="6400363" y="856093"/>
            <a:chExt cx="5791637" cy="5145815"/>
          </a:xfrm>
        </p:grpSpPr>
        <p:sp>
          <p:nvSpPr>
            <p:cNvPr id="21" name="Oval 20">
              <a:extLst>
                <a:ext uri="{FF2B5EF4-FFF2-40B4-BE49-F238E27FC236}">
                  <a16:creationId xmlns:a16="http://schemas.microsoft.com/office/drawing/2014/main" id="{59204924-0071-7102-F00E-8494C96FA10C}"/>
                </a:ext>
              </a:extLst>
            </p:cNvPr>
            <p:cNvSpPr/>
            <p:nvPr userDrawn="1"/>
          </p:nvSpPr>
          <p:spPr>
            <a:xfrm flipH="1">
              <a:off x="6400363" y="856093"/>
              <a:ext cx="5145815" cy="5145815"/>
            </a:xfrm>
            <a:prstGeom prst="ellipse">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Freeform 21">
              <a:extLst>
                <a:ext uri="{FF2B5EF4-FFF2-40B4-BE49-F238E27FC236}">
                  <a16:creationId xmlns:a16="http://schemas.microsoft.com/office/drawing/2014/main" id="{EC3D4C6F-59E1-AAC8-F730-988C9DA079C9}"/>
                </a:ext>
              </a:extLst>
            </p:cNvPr>
            <p:cNvSpPr/>
            <p:nvPr userDrawn="1"/>
          </p:nvSpPr>
          <p:spPr>
            <a:xfrm flipH="1">
              <a:off x="10319220" y="953697"/>
              <a:ext cx="1872780" cy="4949246"/>
            </a:xfrm>
            <a:custGeom>
              <a:avLst/>
              <a:gdLst>
                <a:gd name="connsiteX0" fmla="*/ 0 w 1872780"/>
                <a:gd name="connsiteY0" fmla="*/ 0 h 4949246"/>
                <a:gd name="connsiteX1" fmla="*/ 0 w 1872780"/>
                <a:gd name="connsiteY1" fmla="*/ 4949246 h 4949246"/>
                <a:gd name="connsiteX2" fmla="*/ 64976 w 1872780"/>
                <a:gd name="connsiteY2" fmla="*/ 4932538 h 4949246"/>
                <a:gd name="connsiteX3" fmla="*/ 1872780 w 1872780"/>
                <a:gd name="connsiteY3" fmla="*/ 2475303 h 4949246"/>
                <a:gd name="connsiteX4" fmla="*/ 936480 w 1872780"/>
                <a:gd name="connsiteY4" fmla="*/ 489922 h 4949246"/>
                <a:gd name="connsiteX5" fmla="*/ 816865 w 1872780"/>
                <a:gd name="connsiteY5" fmla="*/ 400475 h 4949246"/>
                <a:gd name="connsiteX6" fmla="*/ 816865 w 1872780"/>
                <a:gd name="connsiteY6" fmla="*/ 403694 h 4949246"/>
                <a:gd name="connsiteX7" fmla="*/ 688294 w 1872780"/>
                <a:gd name="connsiteY7" fmla="*/ 403694 h 4949246"/>
                <a:gd name="connsiteX8" fmla="*/ 688294 w 1872780"/>
                <a:gd name="connsiteY8" fmla="*/ 311361 h 4949246"/>
                <a:gd name="connsiteX9" fmla="*/ 526273 w 1872780"/>
                <a:gd name="connsiteY9" fmla="*/ 212931 h 4949246"/>
                <a:gd name="connsiteX10" fmla="*/ 95108 w 1872780"/>
                <a:gd name="connsiteY10" fmla="*/ 27645 h 4949246"/>
                <a:gd name="connsiteX0" fmla="*/ 0 w 1872780"/>
                <a:gd name="connsiteY0" fmla="*/ 0 h 4949246"/>
                <a:gd name="connsiteX1" fmla="*/ 0 w 1872780"/>
                <a:gd name="connsiteY1" fmla="*/ 4949246 h 4949246"/>
                <a:gd name="connsiteX2" fmla="*/ 64976 w 1872780"/>
                <a:gd name="connsiteY2" fmla="*/ 4932538 h 4949246"/>
                <a:gd name="connsiteX3" fmla="*/ 1872780 w 1872780"/>
                <a:gd name="connsiteY3" fmla="*/ 2475303 h 4949246"/>
                <a:gd name="connsiteX4" fmla="*/ 936480 w 1872780"/>
                <a:gd name="connsiteY4" fmla="*/ 489922 h 4949246"/>
                <a:gd name="connsiteX5" fmla="*/ 816865 w 1872780"/>
                <a:gd name="connsiteY5" fmla="*/ 400475 h 4949246"/>
                <a:gd name="connsiteX6" fmla="*/ 816865 w 1872780"/>
                <a:gd name="connsiteY6" fmla="*/ 403694 h 4949246"/>
                <a:gd name="connsiteX7" fmla="*/ 820319 w 1872780"/>
                <a:gd name="connsiteY7" fmla="*/ 335236 h 4949246"/>
                <a:gd name="connsiteX8" fmla="*/ 688294 w 1872780"/>
                <a:gd name="connsiteY8" fmla="*/ 311361 h 4949246"/>
                <a:gd name="connsiteX9" fmla="*/ 526273 w 1872780"/>
                <a:gd name="connsiteY9" fmla="*/ 212931 h 4949246"/>
                <a:gd name="connsiteX10" fmla="*/ 95108 w 1872780"/>
                <a:gd name="connsiteY10" fmla="*/ 27645 h 4949246"/>
                <a:gd name="connsiteX11" fmla="*/ 0 w 1872780"/>
                <a:gd name="connsiteY11" fmla="*/ 0 h 4949246"/>
                <a:gd name="connsiteX0" fmla="*/ 0 w 1872780"/>
                <a:gd name="connsiteY0" fmla="*/ 0 h 4949246"/>
                <a:gd name="connsiteX1" fmla="*/ 0 w 1872780"/>
                <a:gd name="connsiteY1" fmla="*/ 4949246 h 4949246"/>
                <a:gd name="connsiteX2" fmla="*/ 64976 w 1872780"/>
                <a:gd name="connsiteY2" fmla="*/ 4932538 h 4949246"/>
                <a:gd name="connsiteX3" fmla="*/ 1872780 w 1872780"/>
                <a:gd name="connsiteY3" fmla="*/ 2475303 h 4949246"/>
                <a:gd name="connsiteX4" fmla="*/ 936480 w 1872780"/>
                <a:gd name="connsiteY4" fmla="*/ 489922 h 4949246"/>
                <a:gd name="connsiteX5" fmla="*/ 816865 w 1872780"/>
                <a:gd name="connsiteY5" fmla="*/ 400475 h 4949246"/>
                <a:gd name="connsiteX6" fmla="*/ 816865 w 1872780"/>
                <a:gd name="connsiteY6" fmla="*/ 403694 h 4949246"/>
                <a:gd name="connsiteX7" fmla="*/ 688294 w 1872780"/>
                <a:gd name="connsiteY7" fmla="*/ 311361 h 4949246"/>
                <a:gd name="connsiteX8" fmla="*/ 526273 w 1872780"/>
                <a:gd name="connsiteY8" fmla="*/ 212931 h 4949246"/>
                <a:gd name="connsiteX9" fmla="*/ 95108 w 1872780"/>
                <a:gd name="connsiteY9" fmla="*/ 27645 h 4949246"/>
                <a:gd name="connsiteX10" fmla="*/ 0 w 1872780"/>
                <a:gd name="connsiteY10" fmla="*/ 0 h 49492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72780" h="4949246">
                  <a:moveTo>
                    <a:pt x="0" y="0"/>
                  </a:moveTo>
                  <a:lnTo>
                    <a:pt x="0" y="4949246"/>
                  </a:lnTo>
                  <a:lnTo>
                    <a:pt x="64976" y="4932538"/>
                  </a:lnTo>
                  <a:cubicBezTo>
                    <a:pt x="1112326" y="4606779"/>
                    <a:pt x="1872780" y="3629848"/>
                    <a:pt x="1872780" y="2475303"/>
                  </a:cubicBezTo>
                  <a:cubicBezTo>
                    <a:pt x="1872780" y="1676003"/>
                    <a:pt x="1508302" y="961831"/>
                    <a:pt x="936480" y="489922"/>
                  </a:cubicBezTo>
                  <a:lnTo>
                    <a:pt x="816865" y="400475"/>
                  </a:lnTo>
                  <a:lnTo>
                    <a:pt x="816865" y="403694"/>
                  </a:lnTo>
                  <a:lnTo>
                    <a:pt x="688294" y="311361"/>
                  </a:lnTo>
                  <a:lnTo>
                    <a:pt x="526273" y="212931"/>
                  </a:lnTo>
                  <a:cubicBezTo>
                    <a:pt x="389561" y="138665"/>
                    <a:pt x="245366" y="76429"/>
                    <a:pt x="95108" y="27645"/>
                  </a:cubicBezTo>
                  <a:lnTo>
                    <a:pt x="0" y="0"/>
                  </a:ln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4" name="Freeform 23">
              <a:extLst>
                <a:ext uri="{FF2B5EF4-FFF2-40B4-BE49-F238E27FC236}">
                  <a16:creationId xmlns:a16="http://schemas.microsoft.com/office/drawing/2014/main" id="{1884E397-4075-3615-C87B-9D22754DFD4C}"/>
                </a:ext>
              </a:extLst>
            </p:cNvPr>
            <p:cNvSpPr/>
            <p:nvPr userDrawn="1"/>
          </p:nvSpPr>
          <p:spPr>
            <a:xfrm flipH="1">
              <a:off x="10319222" y="1763840"/>
              <a:ext cx="1226956" cy="3330322"/>
            </a:xfrm>
            <a:custGeom>
              <a:avLst/>
              <a:gdLst>
                <a:gd name="connsiteX0" fmla="*/ 656451 w 1312902"/>
                <a:gd name="connsiteY0" fmla="*/ 0 h 3563605"/>
                <a:gd name="connsiteX1" fmla="*/ 684220 w 1312902"/>
                <a:gd name="connsiteY1" fmla="*/ 30553 h 3563605"/>
                <a:gd name="connsiteX2" fmla="*/ 1312902 w 1312902"/>
                <a:gd name="connsiteY2" fmla="*/ 1781802 h 3563605"/>
                <a:gd name="connsiteX3" fmla="*/ 684220 w 1312902"/>
                <a:gd name="connsiteY3" fmla="*/ 3533052 h 3563605"/>
                <a:gd name="connsiteX4" fmla="*/ 656451 w 1312902"/>
                <a:gd name="connsiteY4" fmla="*/ 3563605 h 3563605"/>
                <a:gd name="connsiteX5" fmla="*/ 628683 w 1312902"/>
                <a:gd name="connsiteY5" fmla="*/ 3533052 h 3563605"/>
                <a:gd name="connsiteX6" fmla="*/ 0 w 1312902"/>
                <a:gd name="connsiteY6" fmla="*/ 1781802 h 3563605"/>
                <a:gd name="connsiteX7" fmla="*/ 628683 w 1312902"/>
                <a:gd name="connsiteY7" fmla="*/ 30553 h 3563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12902" h="3563605">
                  <a:moveTo>
                    <a:pt x="656451" y="0"/>
                  </a:moveTo>
                  <a:lnTo>
                    <a:pt x="684220" y="30553"/>
                  </a:lnTo>
                  <a:cubicBezTo>
                    <a:pt x="1076971" y="506457"/>
                    <a:pt x="1312902" y="1116577"/>
                    <a:pt x="1312902" y="1781802"/>
                  </a:cubicBezTo>
                  <a:cubicBezTo>
                    <a:pt x="1312902" y="2447027"/>
                    <a:pt x="1076971" y="3057147"/>
                    <a:pt x="684220" y="3533052"/>
                  </a:cubicBezTo>
                  <a:lnTo>
                    <a:pt x="656451" y="3563605"/>
                  </a:lnTo>
                  <a:lnTo>
                    <a:pt x="628683" y="3533052"/>
                  </a:lnTo>
                  <a:cubicBezTo>
                    <a:pt x="235932" y="3057147"/>
                    <a:pt x="0" y="2447027"/>
                    <a:pt x="0" y="1781802"/>
                  </a:cubicBezTo>
                  <a:cubicBezTo>
                    <a:pt x="0" y="1116577"/>
                    <a:pt x="235932" y="506457"/>
                    <a:pt x="628683" y="30553"/>
                  </a:cubicBezTo>
                  <a:close/>
                </a:path>
              </a:pathLst>
            </a:custGeom>
            <a:solidFill>
              <a:schemeClr val="accent1">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p:cNvSpPr>
            <a:spLocks noGrp="1"/>
          </p:cNvSpPr>
          <p:nvPr>
            <p:ph type="ctrTitle"/>
          </p:nvPr>
        </p:nvSpPr>
        <p:spPr>
          <a:xfrm>
            <a:off x="2283137" y="400925"/>
            <a:ext cx="8913947" cy="4061745"/>
          </a:xfrm>
        </p:spPr>
        <p:txBody>
          <a:bodyPr lIns="0" tIns="0" rIns="0" bIns="0" anchor="b" anchorCtr="0">
            <a:noAutofit/>
          </a:bodyPr>
          <a:lstStyle>
            <a:lvl1pPr algn="l">
              <a:lnSpc>
                <a:spcPct val="100000"/>
              </a:lnSpc>
              <a:defRPr sz="7500" b="1" cap="none"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hasCustomPrompt="1"/>
          </p:nvPr>
        </p:nvSpPr>
        <p:spPr>
          <a:xfrm>
            <a:off x="2283140" y="4519311"/>
            <a:ext cx="8913949" cy="1657202"/>
          </a:xfrm>
        </p:spPr>
        <p:txBody>
          <a:bodyPr lIns="0" tIns="0" rIns="0" bIns="0" anchor="t" anchorCtr="0">
            <a:normAutofit/>
          </a:bodyPr>
          <a:lstStyle>
            <a:lvl1pPr marL="0" indent="0" algn="l">
              <a:buNone/>
              <a:defRPr sz="3600" b="1">
                <a:solidFill>
                  <a:schemeClr val="tx1">
                    <a:lumMod val="85000"/>
                    <a:lumOff val="1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lvl="0"/>
            <a:r>
              <a:rPr lang="en-US" dirty="0"/>
              <a:t>Click to add subtitle</a:t>
            </a:r>
          </a:p>
        </p:txBody>
      </p:sp>
      <p:sp>
        <p:nvSpPr>
          <p:cNvPr id="9" name="Picture Placeholder 8">
            <a:extLst>
              <a:ext uri="{FF2B5EF4-FFF2-40B4-BE49-F238E27FC236}">
                <a16:creationId xmlns:a16="http://schemas.microsoft.com/office/drawing/2014/main" id="{E08CADAB-C836-336D-DC60-E20AAE3199B4}"/>
              </a:ext>
              <a:ext uri="{C183D7F6-B498-43B3-948B-1728B52AA6E4}">
                <adec:decorative xmlns:adec="http://schemas.microsoft.com/office/drawing/2017/decorative" val="0"/>
              </a:ext>
            </a:extLst>
          </p:cNvPr>
          <p:cNvSpPr>
            <a:spLocks noGrp="1"/>
          </p:cNvSpPr>
          <p:nvPr>
            <p:ph type="pic" sz="quarter" idx="10"/>
          </p:nvPr>
        </p:nvSpPr>
        <p:spPr>
          <a:xfrm>
            <a:off x="2" y="972878"/>
            <a:ext cx="1264455" cy="4926287"/>
          </a:xfrm>
          <a:custGeom>
            <a:avLst/>
            <a:gdLst>
              <a:gd name="connsiteX0" fmla="*/ 0 w 1264455"/>
              <a:gd name="connsiteY0" fmla="*/ 0 h 4926287"/>
              <a:gd name="connsiteX1" fmla="*/ 53564 w 1264455"/>
              <a:gd name="connsiteY1" fmla="*/ 0 h 4926287"/>
              <a:gd name="connsiteX2" fmla="*/ 184430 w 1264455"/>
              <a:gd name="connsiteY2" fmla="*/ 42338 h 4926287"/>
              <a:gd name="connsiteX3" fmla="*/ 1264455 w 1264455"/>
              <a:gd name="connsiteY3" fmla="*/ 797216 h 4926287"/>
              <a:gd name="connsiteX4" fmla="*/ 1245431 w 1264455"/>
              <a:gd name="connsiteY4" fmla="*/ 818786 h 4926287"/>
              <a:gd name="connsiteX5" fmla="*/ 646813 w 1264455"/>
              <a:gd name="connsiteY5" fmla="*/ 2455489 h 4926287"/>
              <a:gd name="connsiteX6" fmla="*/ 1245431 w 1264455"/>
              <a:gd name="connsiteY6" fmla="*/ 4092193 h 4926287"/>
              <a:gd name="connsiteX7" fmla="*/ 1264455 w 1264455"/>
              <a:gd name="connsiteY7" fmla="*/ 4113762 h 4926287"/>
              <a:gd name="connsiteX8" fmla="*/ 362544 w 1264455"/>
              <a:gd name="connsiteY8" fmla="*/ 4796931 h 4926287"/>
              <a:gd name="connsiteX9" fmla="*/ 201663 w 1264455"/>
              <a:gd name="connsiteY9" fmla="*/ 4862847 h 4926287"/>
              <a:gd name="connsiteX10" fmla="*/ 166695 w 1264455"/>
              <a:gd name="connsiteY10" fmla="*/ 4875645 h 4926287"/>
              <a:gd name="connsiteX11" fmla="*/ 49533 w 1264455"/>
              <a:gd name="connsiteY11" fmla="*/ 4913551 h 4926287"/>
              <a:gd name="connsiteX12" fmla="*/ 0 w 1264455"/>
              <a:gd name="connsiteY12" fmla="*/ 4926287 h 49262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4455" h="4926287">
                <a:moveTo>
                  <a:pt x="0" y="0"/>
                </a:moveTo>
                <a:lnTo>
                  <a:pt x="53564" y="0"/>
                </a:lnTo>
                <a:lnTo>
                  <a:pt x="184430" y="42338"/>
                </a:lnTo>
                <a:cubicBezTo>
                  <a:pt x="607635" y="197310"/>
                  <a:pt x="979255" y="460836"/>
                  <a:pt x="1264455" y="797216"/>
                </a:cubicBezTo>
                <a:lnTo>
                  <a:pt x="1245431" y="818786"/>
                </a:lnTo>
                <a:cubicBezTo>
                  <a:pt x="871295" y="1264121"/>
                  <a:pt x="646813" y="1833796"/>
                  <a:pt x="646813" y="2455489"/>
                </a:cubicBezTo>
                <a:cubicBezTo>
                  <a:pt x="646813" y="3077183"/>
                  <a:pt x="871295" y="3648126"/>
                  <a:pt x="1245431" y="4092193"/>
                </a:cubicBezTo>
                <a:lnTo>
                  <a:pt x="1264455" y="4113762"/>
                </a:lnTo>
                <a:cubicBezTo>
                  <a:pt x="1019998" y="4403040"/>
                  <a:pt x="712048" y="4638079"/>
                  <a:pt x="362544" y="4796931"/>
                </a:cubicBezTo>
                <a:lnTo>
                  <a:pt x="201663" y="4862847"/>
                </a:lnTo>
                <a:lnTo>
                  <a:pt x="166695" y="4875645"/>
                </a:lnTo>
                <a:lnTo>
                  <a:pt x="49533" y="4913551"/>
                </a:lnTo>
                <a:lnTo>
                  <a:pt x="0" y="4926287"/>
                </a:lnTo>
                <a:close/>
              </a:path>
            </a:pathLst>
          </a:custGeom>
          <a:noFill/>
        </p:spPr>
        <p:txBody>
          <a:bodyPr wrap="square" lIns="0" tIns="1005840">
            <a:noAutofit/>
          </a:bodyPr>
          <a:lstStyle>
            <a:lvl1pPr marL="0" indent="0" algn="ctr">
              <a:buNone/>
              <a:defRPr sz="1400"/>
            </a:lvl1pPr>
          </a:lstStyle>
          <a:p>
            <a:r>
              <a:rPr lang="en-US"/>
              <a:t>Click icon to add picture</a:t>
            </a:r>
            <a:endParaRPr lang="en-US" dirty="0"/>
          </a:p>
        </p:txBody>
      </p:sp>
    </p:spTree>
    <p:extLst>
      <p:ext uri="{BB962C8B-B14F-4D97-AF65-F5344CB8AC3E}">
        <p14:creationId xmlns:p14="http://schemas.microsoft.com/office/powerpoint/2010/main" val="35610073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Two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DF10B5E-BE44-608A-DE4B-D90C921A83E6}"/>
              </a:ext>
              <a:ext uri="{C183D7F6-B498-43B3-948B-1728B52AA6E4}">
                <adec:decorative xmlns:adec="http://schemas.microsoft.com/office/drawing/2017/decorative" val="1"/>
              </a:ext>
            </a:extLst>
          </p:cNvPr>
          <p:cNvSpPr/>
          <p:nvPr userDrawn="1"/>
        </p:nvSpPr>
        <p:spPr>
          <a:xfrm>
            <a:off x="0" y="0"/>
            <a:ext cx="5185458" cy="6858000"/>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677334" y="694944"/>
            <a:ext cx="3931919" cy="2763442"/>
          </a:xfrm>
        </p:spPr>
        <p:txBody>
          <a:bodyPr lIns="0" tIns="0" rIns="0" bIns="0">
            <a:noAutofit/>
          </a:bodyPr>
          <a:lstStyle>
            <a:lvl1pPr>
              <a:lnSpc>
                <a:spcPts val="4500"/>
              </a:lnSpc>
              <a:defRPr sz="4000"/>
            </a:lvl1pPr>
          </a:lstStyle>
          <a:p>
            <a:r>
              <a:rPr lang="en-US"/>
              <a:t>Click to edit Master title style</a:t>
            </a:r>
            <a:endParaRPr lang="en-US" dirty="0"/>
          </a:p>
        </p:txBody>
      </p:sp>
      <p:sp>
        <p:nvSpPr>
          <p:cNvPr id="5" name="Subtitle 2">
            <a:extLst>
              <a:ext uri="{FF2B5EF4-FFF2-40B4-BE49-F238E27FC236}">
                <a16:creationId xmlns:a16="http://schemas.microsoft.com/office/drawing/2014/main" id="{19D2F740-9D68-14D7-A2BD-C7AF3ED65878}"/>
              </a:ext>
            </a:extLst>
          </p:cNvPr>
          <p:cNvSpPr>
            <a:spLocks noGrp="1"/>
          </p:cNvSpPr>
          <p:nvPr>
            <p:ph type="subTitle" idx="12" hasCustomPrompt="1"/>
          </p:nvPr>
        </p:nvSpPr>
        <p:spPr>
          <a:xfrm>
            <a:off x="5753101" y="694944"/>
            <a:ext cx="4805362" cy="1211575"/>
          </a:xfrm>
        </p:spPr>
        <p:txBody>
          <a:bodyPr lIns="0" tIns="0" rIns="0" bIns="0" anchor="t" anchorCtr="0">
            <a:normAutofit/>
          </a:bodyPr>
          <a:lstStyle>
            <a:lvl1pPr marL="0" indent="0" algn="l">
              <a:buNone/>
              <a:defRPr sz="2800" b="1" cap="all" baseline="0">
                <a:solidFill>
                  <a:schemeClr val="tx1">
                    <a:lumMod val="85000"/>
                    <a:lumOff val="1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lvl="0"/>
            <a:r>
              <a:rPr lang="en-US" dirty="0"/>
              <a:t>Click to add subtitle</a:t>
            </a:r>
          </a:p>
        </p:txBody>
      </p:sp>
      <p:sp>
        <p:nvSpPr>
          <p:cNvPr id="7" name="Text Placeholder 2">
            <a:extLst>
              <a:ext uri="{FF2B5EF4-FFF2-40B4-BE49-F238E27FC236}">
                <a16:creationId xmlns:a16="http://schemas.microsoft.com/office/drawing/2014/main" id="{70D09E7E-72DE-59AE-3220-C9E02D690C97}"/>
              </a:ext>
            </a:extLst>
          </p:cNvPr>
          <p:cNvSpPr>
            <a:spLocks noGrp="1"/>
          </p:cNvSpPr>
          <p:nvPr>
            <p:ph idx="14" hasCustomPrompt="1"/>
          </p:nvPr>
        </p:nvSpPr>
        <p:spPr>
          <a:xfrm>
            <a:off x="677333" y="3607903"/>
            <a:ext cx="3931920" cy="2572122"/>
          </a:xfrm>
          <a:prstGeom prst="rect">
            <a:avLst/>
          </a:prstGeom>
        </p:spPr>
        <p:txBody>
          <a:bodyPr vert="horz" lIns="0" tIns="0" rIns="0" bIns="0" rtlCol="0">
            <a:normAutofit/>
          </a:bodyPr>
          <a:lstStyle>
            <a:lvl1pPr marL="0" indent="0">
              <a:lnSpc>
                <a:spcPts val="2400"/>
              </a:lnSpc>
              <a:buNone/>
              <a:defRPr/>
            </a:lvl1pPr>
            <a:lvl2pPr>
              <a:lnSpc>
                <a:spcPts val="2400"/>
              </a:lnSpc>
              <a:defRPr/>
            </a:lvl2pPr>
            <a:lvl3pPr>
              <a:lnSpc>
                <a:spcPts val="2400"/>
              </a:lnSpc>
              <a:defRPr/>
            </a:lvl3pPr>
            <a:lvl4pPr>
              <a:lnSpc>
                <a:spcPts val="2400"/>
              </a:lnSpc>
              <a:defRPr/>
            </a:lvl4pPr>
            <a:lvl5pPr>
              <a:lnSpc>
                <a:spcPts val="2400"/>
              </a:lnSpc>
              <a:defRPr/>
            </a:lvl5pPr>
          </a:lstStyle>
          <a:p>
            <a:pPr marL="342900" marR="0" lvl="0" indent="-342900" algn="l" defTabSz="457200" rtl="0" eaLnBrk="1" fontAlgn="auto" latinLnBrk="0" hangingPunct="1">
              <a:lnSpc>
                <a:spcPts val="2400"/>
              </a:lnSpc>
              <a:spcBef>
                <a:spcPts val="1000"/>
              </a:spcBef>
              <a:spcAft>
                <a:spcPts val="0"/>
              </a:spcAft>
              <a:buClr>
                <a:schemeClr val="tx1">
                  <a:lumMod val="85000"/>
                  <a:lumOff val="15000"/>
                </a:schemeClr>
              </a:buClr>
              <a:buSzPct val="80000"/>
              <a:buFont typeface="Wingdings 3" charset="2"/>
              <a:buChar char=""/>
              <a:tabLst/>
              <a:defRPr/>
            </a:pPr>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Content Placeholder 2"/>
          <p:cNvSpPr>
            <a:spLocks noGrp="1"/>
          </p:cNvSpPr>
          <p:nvPr>
            <p:ph idx="1" hasCustomPrompt="1"/>
          </p:nvPr>
        </p:nvSpPr>
        <p:spPr>
          <a:xfrm>
            <a:off x="5753101" y="2157413"/>
            <a:ext cx="5753098" cy="4005643"/>
          </a:xfrm>
        </p:spPr>
        <p:txBody>
          <a:bodyPr lIns="0" tIns="0" rIns="0" bIns="0" anchor="t" anchorCtr="0"/>
          <a:lstStyle>
            <a:lvl1pPr marL="0" indent="0">
              <a:lnSpc>
                <a:spcPts val="3000"/>
              </a:lnSpc>
              <a:spcBef>
                <a:spcPts val="2800"/>
              </a:spcBef>
              <a:buNone/>
              <a:defRPr/>
            </a:lvl1pPr>
            <a:lvl2pPr marL="742950" indent="-285750">
              <a:lnSpc>
                <a:spcPts val="3000"/>
              </a:lnSpc>
              <a:spcBef>
                <a:spcPts val="2800"/>
              </a:spcBef>
              <a:buFont typeface="Wingdings 3" panose="05040102010807070707" pitchFamily="18" charset="2"/>
              <a:buChar char="u"/>
              <a:defRPr/>
            </a:lvl2pPr>
            <a:lvl3pPr marL="1200150" indent="-285750">
              <a:lnSpc>
                <a:spcPts val="3000"/>
              </a:lnSpc>
              <a:spcBef>
                <a:spcPts val="2800"/>
              </a:spcBef>
              <a:buFont typeface="Wingdings 3" panose="05040102010807070707" pitchFamily="18" charset="2"/>
              <a:buChar char="u"/>
              <a:defRPr/>
            </a:lvl3pPr>
            <a:lvl4pPr marL="1543050" indent="-171450">
              <a:lnSpc>
                <a:spcPts val="3000"/>
              </a:lnSpc>
              <a:spcBef>
                <a:spcPts val="2800"/>
              </a:spcBef>
              <a:buFont typeface="Wingdings 3" panose="05040102010807070707" pitchFamily="18" charset="2"/>
              <a:buChar char="u"/>
              <a:defRPr/>
            </a:lvl4pPr>
            <a:lvl5pPr marL="2000250" indent="-171450">
              <a:lnSpc>
                <a:spcPts val="3000"/>
              </a:lnSpc>
              <a:spcBef>
                <a:spcPts val="2800"/>
              </a:spcBef>
              <a:buFont typeface="Wingdings 3" panose="05040102010807070707" pitchFamily="18" charset="2"/>
              <a:buChar char="u"/>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Slide Number Placeholder 7">
            <a:extLst>
              <a:ext uri="{FF2B5EF4-FFF2-40B4-BE49-F238E27FC236}">
                <a16:creationId xmlns:a16="http://schemas.microsoft.com/office/drawing/2014/main" id="{E6FD763C-F852-5912-832E-36897F8724FC}"/>
              </a:ext>
            </a:extLst>
          </p:cNvPr>
          <p:cNvSpPr>
            <a:spLocks noGrp="1"/>
          </p:cNvSpPr>
          <p:nvPr>
            <p:ph type="sldNum" sz="quarter" idx="11"/>
          </p:nvPr>
        </p:nvSpPr>
        <p:spPr/>
        <p:txBody>
          <a:bodyPr/>
          <a:lstStyle/>
          <a:p>
            <a:fld id="{D57F1E4F-1CFF-5643-939E-217C01CDF565}" type="slidenum">
              <a:rPr lang="en-US" smtClean="0"/>
              <a:pPr/>
              <a:t>‹#›</a:t>
            </a:fld>
            <a:endParaRPr lang="en-US" dirty="0"/>
          </a:p>
        </p:txBody>
      </p:sp>
      <p:cxnSp>
        <p:nvCxnSpPr>
          <p:cNvPr id="9" name="Straight Connector 8">
            <a:extLst>
              <a:ext uri="{FF2B5EF4-FFF2-40B4-BE49-F238E27FC236}">
                <a16:creationId xmlns:a16="http://schemas.microsoft.com/office/drawing/2014/main" id="{DCDF790A-BE20-4B91-3E2A-684AF14B98D1}"/>
              </a:ext>
              <a:ext uri="{C183D7F6-B498-43B3-948B-1728B52AA6E4}">
                <adec:decorative xmlns:adec="http://schemas.microsoft.com/office/drawing/2017/decorative" val="1"/>
              </a:ext>
            </a:extLst>
          </p:cNvPr>
          <p:cNvCxnSpPr>
            <a:cxnSpLocks/>
          </p:cNvCxnSpPr>
          <p:nvPr userDrawn="1"/>
        </p:nvCxnSpPr>
        <p:spPr>
          <a:xfrm>
            <a:off x="685800" y="6413944"/>
            <a:ext cx="10820399" cy="0"/>
          </a:xfrm>
          <a:prstGeom prst="line">
            <a:avLst/>
          </a:prstGeom>
          <a:ln w="19050">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6" name="Date Placeholder 5">
            <a:extLst>
              <a:ext uri="{FF2B5EF4-FFF2-40B4-BE49-F238E27FC236}">
                <a16:creationId xmlns:a16="http://schemas.microsoft.com/office/drawing/2014/main" id="{BA300139-9769-561C-12A0-4A466D0741A2}"/>
              </a:ext>
            </a:extLst>
          </p:cNvPr>
          <p:cNvSpPr>
            <a:spLocks noGrp="1"/>
          </p:cNvSpPr>
          <p:nvPr>
            <p:ph type="dt" sz="half" idx="15"/>
          </p:nvPr>
        </p:nvSpPr>
        <p:spPr/>
        <p:txBody>
          <a:bodyPr/>
          <a:lstStyle/>
          <a:p>
            <a:fld id="{88FD4BCE-35F6-425E-BEE7-07902E8BBFFC}" type="datetimeFigureOut">
              <a:rPr lang="en-US" smtClean="0"/>
              <a:pPr/>
              <a:t>5/21/2026</a:t>
            </a:fld>
            <a:endParaRPr lang="en-US" dirty="0"/>
          </a:p>
        </p:txBody>
      </p:sp>
      <p:sp>
        <p:nvSpPr>
          <p:cNvPr id="10" name="Footer Placeholder 9">
            <a:extLst>
              <a:ext uri="{FF2B5EF4-FFF2-40B4-BE49-F238E27FC236}">
                <a16:creationId xmlns:a16="http://schemas.microsoft.com/office/drawing/2014/main" id="{F4BEE22E-6B38-F772-940C-BDD74D402C17}"/>
              </a:ext>
            </a:extLst>
          </p:cNvPr>
          <p:cNvSpPr>
            <a:spLocks noGrp="1"/>
          </p:cNvSpPr>
          <p:nvPr>
            <p:ph type="ftr" sz="quarter" idx="16"/>
          </p:nvPr>
        </p:nvSpPr>
        <p:spPr/>
        <p:txBody>
          <a:bodyPr/>
          <a:lstStyle/>
          <a:p>
            <a:endParaRPr lang="en-US" dirty="0"/>
          </a:p>
        </p:txBody>
      </p:sp>
    </p:spTree>
    <p:extLst>
      <p:ext uri="{BB962C8B-B14F-4D97-AF65-F5344CB8AC3E}">
        <p14:creationId xmlns:p14="http://schemas.microsoft.com/office/powerpoint/2010/main" val="39607963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Content and Image">
    <p:spTree>
      <p:nvGrpSpPr>
        <p:cNvPr id="1" name=""/>
        <p:cNvGrpSpPr/>
        <p:nvPr/>
      </p:nvGrpSpPr>
      <p:grpSpPr>
        <a:xfrm>
          <a:off x="0" y="0"/>
          <a:ext cx="0" cy="0"/>
          <a:chOff x="0" y="0"/>
          <a:chExt cx="0" cy="0"/>
        </a:xfrm>
      </p:grpSpPr>
      <p:sp>
        <p:nvSpPr>
          <p:cNvPr id="2" name="Title 1"/>
          <p:cNvSpPr>
            <a:spLocks noGrp="1"/>
          </p:cNvSpPr>
          <p:nvPr>
            <p:ph type="title"/>
          </p:nvPr>
        </p:nvSpPr>
        <p:spPr>
          <a:xfrm>
            <a:off x="677334" y="694944"/>
            <a:ext cx="5880629" cy="1690444"/>
          </a:xfrm>
        </p:spPr>
        <p:txBody>
          <a:bodyPr lIns="0" tIns="0" rIns="0" bIns="0">
            <a:noAutofit/>
          </a:bodyPr>
          <a:lstStyle>
            <a:lvl1pPr>
              <a:lnSpc>
                <a:spcPts val="4500"/>
              </a:lnSpc>
              <a:defRPr sz="4000"/>
            </a:lvl1pPr>
          </a:lstStyle>
          <a:p>
            <a:r>
              <a:rPr lang="en-US"/>
              <a:t>Click to edit Master title style</a:t>
            </a:r>
            <a:endParaRPr lang="en-US" dirty="0"/>
          </a:p>
        </p:txBody>
      </p:sp>
      <p:sp>
        <p:nvSpPr>
          <p:cNvPr id="7" name="Text Placeholder 2">
            <a:extLst>
              <a:ext uri="{FF2B5EF4-FFF2-40B4-BE49-F238E27FC236}">
                <a16:creationId xmlns:a16="http://schemas.microsoft.com/office/drawing/2014/main" id="{70D09E7E-72DE-59AE-3220-C9E02D690C97}"/>
              </a:ext>
            </a:extLst>
          </p:cNvPr>
          <p:cNvSpPr>
            <a:spLocks noGrp="1"/>
          </p:cNvSpPr>
          <p:nvPr>
            <p:ph idx="14" hasCustomPrompt="1"/>
          </p:nvPr>
        </p:nvSpPr>
        <p:spPr>
          <a:xfrm>
            <a:off x="677334" y="2476239"/>
            <a:ext cx="5880629" cy="3237948"/>
          </a:xfrm>
          <a:prstGeom prst="rect">
            <a:avLst/>
          </a:prstGeom>
        </p:spPr>
        <p:txBody>
          <a:bodyPr vert="horz" lIns="0" tIns="0" rIns="0" bIns="0" rtlCol="0">
            <a:normAutofit/>
          </a:body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8" name="Picture Placeholder 17">
            <a:extLst>
              <a:ext uri="{FF2B5EF4-FFF2-40B4-BE49-F238E27FC236}">
                <a16:creationId xmlns:a16="http://schemas.microsoft.com/office/drawing/2014/main" id="{1AD12D1E-D950-DF90-FC1D-F9BFC8962A8B}"/>
              </a:ext>
            </a:extLst>
          </p:cNvPr>
          <p:cNvSpPr>
            <a:spLocks noGrp="1"/>
          </p:cNvSpPr>
          <p:nvPr>
            <p:ph type="pic" sz="quarter" idx="15"/>
          </p:nvPr>
        </p:nvSpPr>
        <p:spPr>
          <a:xfrm>
            <a:off x="7018338" y="0"/>
            <a:ext cx="5173662" cy="6858000"/>
          </a:xfrm>
          <a:custGeom>
            <a:avLst/>
            <a:gdLst>
              <a:gd name="connsiteX0" fmla="*/ 3805872 w 5173662"/>
              <a:gd name="connsiteY0" fmla="*/ 690240 h 6858000"/>
              <a:gd name="connsiteX1" fmla="*/ 3805872 w 5173662"/>
              <a:gd name="connsiteY1" fmla="*/ 818256 h 6858000"/>
              <a:gd name="connsiteX2" fmla="*/ 4262100 w 5173662"/>
              <a:gd name="connsiteY2" fmla="*/ 818256 h 6858000"/>
              <a:gd name="connsiteX3" fmla="*/ 3729696 w 5173662"/>
              <a:gd name="connsiteY3" fmla="*/ 1350660 h 6858000"/>
              <a:gd name="connsiteX4" fmla="*/ 3820217 w 5173662"/>
              <a:gd name="connsiteY4" fmla="*/ 1441181 h 6858000"/>
              <a:gd name="connsiteX5" fmla="*/ 4360085 w 5173662"/>
              <a:gd name="connsiteY5" fmla="*/ 901313 h 6858000"/>
              <a:gd name="connsiteX6" fmla="*/ 4360085 w 5173662"/>
              <a:gd name="connsiteY6" fmla="*/ 1365882 h 6858000"/>
              <a:gd name="connsiteX7" fmla="*/ 4488101 w 5173662"/>
              <a:gd name="connsiteY7" fmla="*/ 1365882 h 6858000"/>
              <a:gd name="connsiteX8" fmla="*/ 4488101 w 5173662"/>
              <a:gd name="connsiteY8" fmla="*/ 818256 h 6858000"/>
              <a:gd name="connsiteX9" fmla="*/ 4488102 w 5173662"/>
              <a:gd name="connsiteY9" fmla="*/ 818256 h 6858000"/>
              <a:gd name="connsiteX10" fmla="*/ 4488102 w 5173662"/>
              <a:gd name="connsiteY10" fmla="*/ 690240 h 6858000"/>
              <a:gd name="connsiteX11" fmla="*/ 4488101 w 5173662"/>
              <a:gd name="connsiteY11" fmla="*/ 690240 h 6858000"/>
              <a:gd name="connsiteX12" fmla="*/ 4360085 w 5173662"/>
              <a:gd name="connsiteY12" fmla="*/ 690240 h 6858000"/>
              <a:gd name="connsiteX13" fmla="*/ 0 w 5173662"/>
              <a:gd name="connsiteY13" fmla="*/ 0 h 6858000"/>
              <a:gd name="connsiteX14" fmla="*/ 5173662 w 5173662"/>
              <a:gd name="connsiteY14" fmla="*/ 0 h 6858000"/>
              <a:gd name="connsiteX15" fmla="*/ 5173662 w 5173662"/>
              <a:gd name="connsiteY15" fmla="*/ 6858000 h 6858000"/>
              <a:gd name="connsiteX16" fmla="*/ 0 w 5173662"/>
              <a:gd name="connsiteY1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5173662" h="6858000">
                <a:moveTo>
                  <a:pt x="3805872" y="690240"/>
                </a:moveTo>
                <a:lnTo>
                  <a:pt x="3805872" y="818256"/>
                </a:lnTo>
                <a:lnTo>
                  <a:pt x="4262100" y="818256"/>
                </a:lnTo>
                <a:lnTo>
                  <a:pt x="3729696" y="1350660"/>
                </a:lnTo>
                <a:lnTo>
                  <a:pt x="3820217" y="1441181"/>
                </a:lnTo>
                <a:lnTo>
                  <a:pt x="4360085" y="901313"/>
                </a:lnTo>
                <a:lnTo>
                  <a:pt x="4360085" y="1365882"/>
                </a:lnTo>
                <a:lnTo>
                  <a:pt x="4488101" y="1365882"/>
                </a:lnTo>
                <a:lnTo>
                  <a:pt x="4488101" y="818256"/>
                </a:lnTo>
                <a:lnTo>
                  <a:pt x="4488102" y="818256"/>
                </a:lnTo>
                <a:lnTo>
                  <a:pt x="4488102" y="690240"/>
                </a:lnTo>
                <a:lnTo>
                  <a:pt x="4488101" y="690240"/>
                </a:lnTo>
                <a:lnTo>
                  <a:pt x="4360085" y="690240"/>
                </a:lnTo>
                <a:close/>
                <a:moveTo>
                  <a:pt x="0" y="0"/>
                </a:moveTo>
                <a:lnTo>
                  <a:pt x="5173662" y="0"/>
                </a:lnTo>
                <a:lnTo>
                  <a:pt x="5173662" y="6858000"/>
                </a:lnTo>
                <a:lnTo>
                  <a:pt x="0" y="6858000"/>
                </a:lnTo>
                <a:close/>
              </a:path>
            </a:pathLst>
          </a:custGeom>
        </p:spPr>
        <p:txBody>
          <a:bodyPr wrap="square">
            <a:noAutofit/>
          </a:bodyPr>
          <a:lstStyle>
            <a:lvl1pPr marL="0" indent="0" algn="ctr">
              <a:buNone/>
              <a:defRPr/>
            </a:lvl1pPr>
          </a:lstStyle>
          <a:p>
            <a:r>
              <a:rPr lang="en-US"/>
              <a:t>Click icon to add picture</a:t>
            </a:r>
            <a:endParaRPr lang="en-US" dirty="0"/>
          </a:p>
        </p:txBody>
      </p:sp>
      <p:sp>
        <p:nvSpPr>
          <p:cNvPr id="8" name="Slide Number Placeholder 7">
            <a:extLst>
              <a:ext uri="{FF2B5EF4-FFF2-40B4-BE49-F238E27FC236}">
                <a16:creationId xmlns:a16="http://schemas.microsoft.com/office/drawing/2014/main" id="{E6FD763C-F852-5912-832E-36897F8724FC}"/>
              </a:ext>
            </a:extLst>
          </p:cNvPr>
          <p:cNvSpPr>
            <a:spLocks noGrp="1"/>
          </p:cNvSpPr>
          <p:nvPr>
            <p:ph type="sldNum" sz="quarter" idx="11"/>
          </p:nvPr>
        </p:nvSpPr>
        <p:spPr/>
        <p:txBody>
          <a:bodyPr/>
          <a:lstStyle/>
          <a:p>
            <a:fld id="{D57F1E4F-1CFF-5643-939E-217C01CDF565}" type="slidenum">
              <a:rPr lang="en-US" smtClean="0"/>
              <a:pPr/>
              <a:t>‹#›</a:t>
            </a:fld>
            <a:endParaRPr lang="en-US" dirty="0"/>
          </a:p>
        </p:txBody>
      </p:sp>
      <p:cxnSp>
        <p:nvCxnSpPr>
          <p:cNvPr id="9" name="Straight Connector 8">
            <a:extLst>
              <a:ext uri="{FF2B5EF4-FFF2-40B4-BE49-F238E27FC236}">
                <a16:creationId xmlns:a16="http://schemas.microsoft.com/office/drawing/2014/main" id="{DCDF790A-BE20-4B91-3E2A-684AF14B98D1}"/>
              </a:ext>
              <a:ext uri="{C183D7F6-B498-43B3-948B-1728B52AA6E4}">
                <adec:decorative xmlns:adec="http://schemas.microsoft.com/office/drawing/2017/decorative" val="1"/>
              </a:ext>
            </a:extLst>
          </p:cNvPr>
          <p:cNvCxnSpPr>
            <a:cxnSpLocks/>
          </p:cNvCxnSpPr>
          <p:nvPr userDrawn="1"/>
        </p:nvCxnSpPr>
        <p:spPr>
          <a:xfrm>
            <a:off x="685800" y="6413944"/>
            <a:ext cx="10820399" cy="0"/>
          </a:xfrm>
          <a:prstGeom prst="line">
            <a:avLst/>
          </a:prstGeom>
          <a:ln w="19050">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3" name="Date Placeholder 2">
            <a:extLst>
              <a:ext uri="{FF2B5EF4-FFF2-40B4-BE49-F238E27FC236}">
                <a16:creationId xmlns:a16="http://schemas.microsoft.com/office/drawing/2014/main" id="{20E6EFE9-69CE-71E1-5B5B-E344DFB9DFFC}"/>
              </a:ext>
            </a:extLst>
          </p:cNvPr>
          <p:cNvSpPr>
            <a:spLocks noGrp="1"/>
          </p:cNvSpPr>
          <p:nvPr>
            <p:ph type="dt" sz="half" idx="16"/>
          </p:nvPr>
        </p:nvSpPr>
        <p:spPr/>
        <p:txBody>
          <a:bodyPr/>
          <a:lstStyle/>
          <a:p>
            <a:fld id="{88FD4BCE-35F6-425E-BEE7-07902E8BBFFC}" type="datetimeFigureOut">
              <a:rPr lang="en-US" smtClean="0"/>
              <a:pPr/>
              <a:t>5/21/2026</a:t>
            </a:fld>
            <a:endParaRPr lang="en-US" dirty="0"/>
          </a:p>
        </p:txBody>
      </p:sp>
      <p:sp>
        <p:nvSpPr>
          <p:cNvPr id="4" name="Footer Placeholder 3">
            <a:extLst>
              <a:ext uri="{FF2B5EF4-FFF2-40B4-BE49-F238E27FC236}">
                <a16:creationId xmlns:a16="http://schemas.microsoft.com/office/drawing/2014/main" id="{C50CF949-C78F-45EC-4CDE-5D1B002F0073}"/>
              </a:ext>
            </a:extLst>
          </p:cNvPr>
          <p:cNvSpPr>
            <a:spLocks noGrp="1"/>
          </p:cNvSpPr>
          <p:nvPr>
            <p:ph type="ftr" sz="quarter" idx="17"/>
          </p:nvPr>
        </p:nvSpPr>
        <p:spPr/>
        <p:txBody>
          <a:bodyPr/>
          <a:lstStyle/>
          <a:p>
            <a:endParaRPr lang="en-US" dirty="0"/>
          </a:p>
        </p:txBody>
      </p:sp>
    </p:spTree>
    <p:extLst>
      <p:ext uri="{BB962C8B-B14F-4D97-AF65-F5344CB8AC3E}">
        <p14:creationId xmlns:p14="http://schemas.microsoft.com/office/powerpoint/2010/main" val="22571514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2 Content 1">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DF10B5E-BE44-608A-DE4B-D90C921A83E6}"/>
              </a:ext>
              <a:ext uri="{C183D7F6-B498-43B3-948B-1728B52AA6E4}">
                <adec:decorative xmlns:adec="http://schemas.microsoft.com/office/drawing/2017/decorative" val="1"/>
              </a:ext>
            </a:extLst>
          </p:cNvPr>
          <p:cNvSpPr/>
          <p:nvPr userDrawn="1"/>
        </p:nvSpPr>
        <p:spPr>
          <a:xfrm>
            <a:off x="0" y="0"/>
            <a:ext cx="5185458" cy="6858000"/>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hasCustomPrompt="1"/>
          </p:nvPr>
        </p:nvSpPr>
        <p:spPr>
          <a:xfrm>
            <a:off x="677334" y="694944"/>
            <a:ext cx="3789177" cy="4572000"/>
          </a:xfrm>
        </p:spPr>
        <p:txBody>
          <a:bodyPr lIns="0" tIns="0" rIns="0" bIns="0">
            <a:noAutofit/>
          </a:bodyPr>
          <a:lstStyle>
            <a:lvl1pPr>
              <a:lnSpc>
                <a:spcPts val="4500"/>
              </a:lnSpc>
              <a:defRPr sz="4000"/>
            </a:lvl1pPr>
          </a:lstStyle>
          <a:p>
            <a:r>
              <a:rPr lang="en-US" dirty="0"/>
              <a:t>Click to add title</a:t>
            </a:r>
          </a:p>
        </p:txBody>
      </p:sp>
      <p:sp>
        <p:nvSpPr>
          <p:cNvPr id="3" name="Content Placeholder 2"/>
          <p:cNvSpPr>
            <a:spLocks noGrp="1"/>
          </p:cNvSpPr>
          <p:nvPr>
            <p:ph idx="1" hasCustomPrompt="1"/>
          </p:nvPr>
        </p:nvSpPr>
        <p:spPr>
          <a:xfrm>
            <a:off x="5753101" y="862641"/>
            <a:ext cx="4339805" cy="2566357"/>
          </a:xfrm>
        </p:spPr>
        <p:txBody>
          <a:bodyPr lIns="0" tIns="0" rIns="0" bIns="0" anchor="t" anchorCtr="0"/>
          <a:lstStyle>
            <a:lvl1pPr marL="0" indent="0">
              <a:lnSpc>
                <a:spcPct val="100000"/>
              </a:lnSpc>
              <a:spcBef>
                <a:spcPts val="1000"/>
              </a:spcBef>
              <a:buNone/>
              <a:defRPr/>
            </a:lvl1pPr>
            <a:lvl2pPr marL="742950" indent="-285750">
              <a:lnSpc>
                <a:spcPct val="100000"/>
              </a:lnSpc>
              <a:spcBef>
                <a:spcPts val="1000"/>
              </a:spcBef>
              <a:buFont typeface="Wingdings 3" panose="05040102010807070707" pitchFamily="18" charset="2"/>
              <a:buChar char="u"/>
              <a:defRPr/>
            </a:lvl2pPr>
            <a:lvl3pPr marL="1200150" indent="-285750">
              <a:lnSpc>
                <a:spcPct val="100000"/>
              </a:lnSpc>
              <a:spcBef>
                <a:spcPts val="1000"/>
              </a:spcBef>
              <a:buFont typeface="Wingdings 3" panose="05040102010807070707" pitchFamily="18" charset="2"/>
              <a:buChar char="u"/>
              <a:defRPr/>
            </a:lvl3pPr>
            <a:lvl4pPr marL="1543050" indent="-171450">
              <a:lnSpc>
                <a:spcPct val="100000"/>
              </a:lnSpc>
              <a:spcBef>
                <a:spcPts val="1000"/>
              </a:spcBef>
              <a:buFont typeface="Wingdings 3" panose="05040102010807070707" pitchFamily="18" charset="2"/>
              <a:buChar char="u"/>
              <a:defRPr/>
            </a:lvl4pPr>
            <a:lvl5pPr marL="2000250" indent="-171450">
              <a:lnSpc>
                <a:spcPct val="100000"/>
              </a:lnSpc>
              <a:spcBef>
                <a:spcPts val="1000"/>
              </a:spcBef>
              <a:buFont typeface="Wingdings 3" panose="05040102010807070707" pitchFamily="18" charset="2"/>
              <a:buChar char="u"/>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Content Placeholder 2">
            <a:extLst>
              <a:ext uri="{FF2B5EF4-FFF2-40B4-BE49-F238E27FC236}">
                <a16:creationId xmlns:a16="http://schemas.microsoft.com/office/drawing/2014/main" id="{99E1EFA6-BBF1-0CF2-B2A5-354FA4442608}"/>
              </a:ext>
            </a:extLst>
          </p:cNvPr>
          <p:cNvSpPr>
            <a:spLocks noGrp="1"/>
          </p:cNvSpPr>
          <p:nvPr>
            <p:ph idx="12" hasCustomPrompt="1"/>
          </p:nvPr>
        </p:nvSpPr>
        <p:spPr>
          <a:xfrm>
            <a:off x="5753101" y="3657818"/>
            <a:ext cx="4339805" cy="2734053"/>
          </a:xfrm>
        </p:spPr>
        <p:txBody>
          <a:bodyPr lIns="0" tIns="0" rIns="0" bIns="0" anchor="t" anchorCtr="0"/>
          <a:lstStyle>
            <a:lvl1pPr marL="0" indent="0">
              <a:lnSpc>
                <a:spcPct val="100000"/>
              </a:lnSpc>
              <a:spcBef>
                <a:spcPts val="1000"/>
              </a:spcBef>
              <a:buNone/>
              <a:defRPr/>
            </a:lvl1pPr>
            <a:lvl2pPr marL="742950" indent="-285750">
              <a:lnSpc>
                <a:spcPct val="100000"/>
              </a:lnSpc>
              <a:spcBef>
                <a:spcPts val="1000"/>
              </a:spcBef>
              <a:buFont typeface="Wingdings 3" panose="05040102010807070707" pitchFamily="18" charset="2"/>
              <a:buChar char="u"/>
              <a:defRPr/>
            </a:lvl2pPr>
            <a:lvl3pPr marL="1200150" indent="-285750">
              <a:lnSpc>
                <a:spcPct val="100000"/>
              </a:lnSpc>
              <a:spcBef>
                <a:spcPts val="1000"/>
              </a:spcBef>
              <a:buFont typeface="Wingdings 3" panose="05040102010807070707" pitchFamily="18" charset="2"/>
              <a:buChar char="u"/>
              <a:defRPr/>
            </a:lvl3pPr>
            <a:lvl4pPr marL="1543050" indent="-171450">
              <a:lnSpc>
                <a:spcPct val="100000"/>
              </a:lnSpc>
              <a:spcBef>
                <a:spcPts val="1000"/>
              </a:spcBef>
              <a:buFont typeface="Wingdings 3" panose="05040102010807070707" pitchFamily="18" charset="2"/>
              <a:buChar char="u"/>
              <a:defRPr/>
            </a:lvl4pPr>
            <a:lvl5pPr marL="2000250" indent="-171450">
              <a:lnSpc>
                <a:spcPct val="100000"/>
              </a:lnSpc>
              <a:spcBef>
                <a:spcPts val="1000"/>
              </a:spcBef>
              <a:buFont typeface="Wingdings 3" panose="05040102010807070707" pitchFamily="18" charset="2"/>
              <a:buChar char="u"/>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Slide Number Placeholder 7">
            <a:extLst>
              <a:ext uri="{FF2B5EF4-FFF2-40B4-BE49-F238E27FC236}">
                <a16:creationId xmlns:a16="http://schemas.microsoft.com/office/drawing/2014/main" id="{E6FD763C-F852-5912-832E-36897F8724FC}"/>
              </a:ext>
            </a:extLst>
          </p:cNvPr>
          <p:cNvSpPr>
            <a:spLocks noGrp="1"/>
          </p:cNvSpPr>
          <p:nvPr>
            <p:ph type="sldNum" sz="quarter" idx="11"/>
          </p:nvPr>
        </p:nvSpPr>
        <p:spPr/>
        <p:txBody>
          <a:bodyPr/>
          <a:lstStyle/>
          <a:p>
            <a:fld id="{D57F1E4F-1CFF-5643-939E-217C01CDF565}" type="slidenum">
              <a:rPr lang="en-US" smtClean="0"/>
              <a:pPr/>
              <a:t>‹#›</a:t>
            </a:fld>
            <a:endParaRPr lang="en-US" dirty="0"/>
          </a:p>
        </p:txBody>
      </p:sp>
      <p:cxnSp>
        <p:nvCxnSpPr>
          <p:cNvPr id="9" name="Straight Connector 8">
            <a:extLst>
              <a:ext uri="{FF2B5EF4-FFF2-40B4-BE49-F238E27FC236}">
                <a16:creationId xmlns:a16="http://schemas.microsoft.com/office/drawing/2014/main" id="{DCDF790A-BE20-4B91-3E2A-684AF14B98D1}"/>
              </a:ext>
              <a:ext uri="{C183D7F6-B498-43B3-948B-1728B52AA6E4}">
                <adec:decorative xmlns:adec="http://schemas.microsoft.com/office/drawing/2017/decorative" val="1"/>
              </a:ext>
            </a:extLst>
          </p:cNvPr>
          <p:cNvCxnSpPr>
            <a:cxnSpLocks/>
          </p:cNvCxnSpPr>
          <p:nvPr userDrawn="1"/>
        </p:nvCxnSpPr>
        <p:spPr>
          <a:xfrm>
            <a:off x="685800" y="6413944"/>
            <a:ext cx="10820399" cy="0"/>
          </a:xfrm>
          <a:prstGeom prst="line">
            <a:avLst/>
          </a:prstGeom>
          <a:ln w="19050">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6" name="Date Placeholder 5">
            <a:extLst>
              <a:ext uri="{FF2B5EF4-FFF2-40B4-BE49-F238E27FC236}">
                <a16:creationId xmlns:a16="http://schemas.microsoft.com/office/drawing/2014/main" id="{5F8106A4-B5DE-575D-F7FC-30617899BB50}"/>
              </a:ext>
            </a:extLst>
          </p:cNvPr>
          <p:cNvSpPr>
            <a:spLocks noGrp="1"/>
          </p:cNvSpPr>
          <p:nvPr>
            <p:ph type="dt" sz="half" idx="13"/>
          </p:nvPr>
        </p:nvSpPr>
        <p:spPr/>
        <p:txBody>
          <a:bodyPr/>
          <a:lstStyle/>
          <a:p>
            <a:fld id="{88FD4BCE-35F6-425E-BEE7-07902E8BBFFC}" type="datetimeFigureOut">
              <a:rPr lang="en-US" smtClean="0"/>
              <a:pPr/>
              <a:t>5/21/2026</a:t>
            </a:fld>
            <a:endParaRPr lang="en-US" dirty="0"/>
          </a:p>
        </p:txBody>
      </p:sp>
      <p:sp>
        <p:nvSpPr>
          <p:cNvPr id="7" name="Footer Placeholder 6">
            <a:extLst>
              <a:ext uri="{FF2B5EF4-FFF2-40B4-BE49-F238E27FC236}">
                <a16:creationId xmlns:a16="http://schemas.microsoft.com/office/drawing/2014/main" id="{6D562560-6E8E-BE71-34A7-27F566AA4B37}"/>
              </a:ext>
            </a:extLst>
          </p:cNvPr>
          <p:cNvSpPr>
            <a:spLocks noGrp="1"/>
          </p:cNvSpPr>
          <p:nvPr>
            <p:ph type="ftr" sz="quarter" idx="14"/>
          </p:nvPr>
        </p:nvSpPr>
        <p:spPr/>
        <p:txBody>
          <a:bodyPr/>
          <a:lstStyle/>
          <a:p>
            <a:endParaRPr lang="en-US" dirty="0"/>
          </a:p>
        </p:txBody>
      </p:sp>
    </p:spTree>
    <p:extLst>
      <p:ext uri="{BB962C8B-B14F-4D97-AF65-F5344CB8AC3E}">
        <p14:creationId xmlns:p14="http://schemas.microsoft.com/office/powerpoint/2010/main" val="17924036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Content and Tabl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77334" y="694945"/>
            <a:ext cx="10058400" cy="1280160"/>
          </a:xfrm>
        </p:spPr>
        <p:txBody>
          <a:bodyPr lIns="0" tIns="0" rIns="0" bIns="91440">
            <a:noAutofit/>
          </a:bodyPr>
          <a:lstStyle>
            <a:lvl1pPr>
              <a:lnSpc>
                <a:spcPts val="4500"/>
              </a:lnSpc>
              <a:defRPr sz="4000"/>
            </a:lvl1pPr>
          </a:lstStyle>
          <a:p>
            <a:r>
              <a:rPr lang="en-US" dirty="0"/>
              <a:t>Click to add title</a:t>
            </a:r>
          </a:p>
        </p:txBody>
      </p:sp>
      <p:sp>
        <p:nvSpPr>
          <p:cNvPr id="10" name="Content Placeholder 9">
            <a:extLst>
              <a:ext uri="{FF2B5EF4-FFF2-40B4-BE49-F238E27FC236}">
                <a16:creationId xmlns:a16="http://schemas.microsoft.com/office/drawing/2014/main" id="{6C166B37-A875-10F1-3052-1F5C0DBA005F}"/>
              </a:ext>
            </a:extLst>
          </p:cNvPr>
          <p:cNvSpPr>
            <a:spLocks noGrp="1"/>
          </p:cNvSpPr>
          <p:nvPr>
            <p:ph sz="quarter" idx="13" hasCustomPrompt="1"/>
          </p:nvPr>
        </p:nvSpPr>
        <p:spPr>
          <a:xfrm>
            <a:off x="686741" y="2140864"/>
            <a:ext cx="3797114" cy="3494753"/>
          </a:xfrm>
        </p:spPr>
        <p:txBody>
          <a:bodyPr lIns="91440">
            <a:normAutofit/>
          </a:bodyPr>
          <a:lstStyle>
            <a:lvl1pPr>
              <a:spcBef>
                <a:spcPts val="2800"/>
              </a:spcBef>
              <a:defRPr sz="2400"/>
            </a:lvl1pPr>
            <a:lvl2pPr>
              <a:spcBef>
                <a:spcPts val="2800"/>
              </a:spcBef>
              <a:defRPr sz="2000"/>
            </a:lvl2pPr>
            <a:lvl3pPr>
              <a:spcBef>
                <a:spcPts val="2800"/>
              </a:spcBef>
              <a:defRPr sz="1800"/>
            </a:lvl3pPr>
            <a:lvl4pPr>
              <a:spcBef>
                <a:spcPts val="2800"/>
              </a:spcBef>
              <a:defRPr sz="1600"/>
            </a:lvl4pPr>
            <a:lvl5pPr>
              <a:spcBef>
                <a:spcPts val="2800"/>
              </a:spcBef>
              <a:defRPr sz="16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Table Placeholder 11">
            <a:extLst>
              <a:ext uri="{FF2B5EF4-FFF2-40B4-BE49-F238E27FC236}">
                <a16:creationId xmlns:a16="http://schemas.microsoft.com/office/drawing/2014/main" id="{16CC85AA-22A1-34BB-C21E-8EEC11334A98}"/>
              </a:ext>
            </a:extLst>
          </p:cNvPr>
          <p:cNvSpPr>
            <a:spLocks noGrp="1"/>
          </p:cNvSpPr>
          <p:nvPr>
            <p:ph type="tbl" sz="quarter" idx="14"/>
          </p:nvPr>
        </p:nvSpPr>
        <p:spPr>
          <a:xfrm>
            <a:off x="5054600" y="2103438"/>
            <a:ext cx="6451600" cy="3532187"/>
          </a:xfrm>
        </p:spPr>
        <p:txBody>
          <a:bodyPr/>
          <a:lstStyle>
            <a:lvl1pPr marL="0" indent="0" algn="ctr">
              <a:buNone/>
              <a:defRPr/>
            </a:lvl1pPr>
          </a:lstStyle>
          <a:p>
            <a:r>
              <a:rPr lang="en-US"/>
              <a:t>Click icon to add table</a:t>
            </a:r>
            <a:endParaRPr lang="en-US" dirty="0"/>
          </a:p>
        </p:txBody>
      </p:sp>
      <p:cxnSp>
        <p:nvCxnSpPr>
          <p:cNvPr id="9" name="Straight Connector 8">
            <a:extLst>
              <a:ext uri="{FF2B5EF4-FFF2-40B4-BE49-F238E27FC236}">
                <a16:creationId xmlns:a16="http://schemas.microsoft.com/office/drawing/2014/main" id="{DCDF790A-BE20-4B91-3E2A-684AF14B98D1}"/>
              </a:ext>
              <a:ext uri="{C183D7F6-B498-43B3-948B-1728B52AA6E4}">
                <adec:decorative xmlns:adec="http://schemas.microsoft.com/office/drawing/2017/decorative" val="1"/>
              </a:ext>
            </a:extLst>
          </p:cNvPr>
          <p:cNvCxnSpPr>
            <a:cxnSpLocks/>
          </p:cNvCxnSpPr>
          <p:nvPr userDrawn="1"/>
        </p:nvCxnSpPr>
        <p:spPr>
          <a:xfrm>
            <a:off x="685800" y="6413944"/>
            <a:ext cx="10820399" cy="0"/>
          </a:xfrm>
          <a:prstGeom prst="line">
            <a:avLst/>
          </a:prstGeom>
          <a:ln w="19050">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8" name="Slide Number Placeholder 7">
            <a:extLst>
              <a:ext uri="{FF2B5EF4-FFF2-40B4-BE49-F238E27FC236}">
                <a16:creationId xmlns:a16="http://schemas.microsoft.com/office/drawing/2014/main" id="{E6FD763C-F852-5912-832E-36897F8724FC}"/>
              </a:ext>
            </a:extLst>
          </p:cNvPr>
          <p:cNvSpPr>
            <a:spLocks noGrp="1"/>
          </p:cNvSpPr>
          <p:nvPr>
            <p:ph type="sldNum" sz="quarter" idx="11"/>
          </p:nvPr>
        </p:nvSpPr>
        <p:spPr>
          <a:solidFill>
            <a:schemeClr val="accent1">
              <a:lumMod val="60000"/>
              <a:lumOff val="40000"/>
            </a:schemeClr>
          </a:solidFill>
        </p:spPr>
        <p:txBody>
          <a:bodyPr/>
          <a:lstStyle/>
          <a:p>
            <a:fld id="{D57F1E4F-1CFF-5643-939E-217C01CDF565}" type="slidenum">
              <a:rPr lang="en-US" smtClean="0"/>
              <a:pPr/>
              <a:t>‹#›</a:t>
            </a:fld>
            <a:endParaRPr lang="en-US" dirty="0"/>
          </a:p>
        </p:txBody>
      </p:sp>
      <p:sp>
        <p:nvSpPr>
          <p:cNvPr id="3" name="Date Placeholder 2">
            <a:extLst>
              <a:ext uri="{FF2B5EF4-FFF2-40B4-BE49-F238E27FC236}">
                <a16:creationId xmlns:a16="http://schemas.microsoft.com/office/drawing/2014/main" id="{1016CDA2-E91D-329D-7637-2B7A71AB4DE7}"/>
              </a:ext>
            </a:extLst>
          </p:cNvPr>
          <p:cNvSpPr>
            <a:spLocks noGrp="1"/>
          </p:cNvSpPr>
          <p:nvPr>
            <p:ph type="dt" sz="half" idx="15"/>
          </p:nvPr>
        </p:nvSpPr>
        <p:spPr/>
        <p:txBody>
          <a:bodyPr/>
          <a:lstStyle/>
          <a:p>
            <a:fld id="{88FD4BCE-35F6-425E-BEE7-07902E8BBFFC}" type="datetimeFigureOut">
              <a:rPr lang="en-US" smtClean="0"/>
              <a:pPr/>
              <a:t>5/21/2026</a:t>
            </a:fld>
            <a:endParaRPr lang="en-US" dirty="0"/>
          </a:p>
        </p:txBody>
      </p:sp>
      <p:sp>
        <p:nvSpPr>
          <p:cNvPr id="4" name="Footer Placeholder 3">
            <a:extLst>
              <a:ext uri="{FF2B5EF4-FFF2-40B4-BE49-F238E27FC236}">
                <a16:creationId xmlns:a16="http://schemas.microsoft.com/office/drawing/2014/main" id="{75DC0597-1B00-EE50-9A1B-7B2CD5D3EEA9}"/>
              </a:ext>
            </a:extLst>
          </p:cNvPr>
          <p:cNvSpPr>
            <a:spLocks noGrp="1"/>
          </p:cNvSpPr>
          <p:nvPr>
            <p:ph type="ftr" sz="quarter" idx="16"/>
          </p:nvPr>
        </p:nvSpPr>
        <p:spPr/>
        <p:txBody>
          <a:bodyPr/>
          <a:lstStyle/>
          <a:p>
            <a:endParaRPr lang="en-US" dirty="0"/>
          </a:p>
        </p:txBody>
      </p:sp>
    </p:spTree>
    <p:extLst>
      <p:ext uri="{BB962C8B-B14F-4D97-AF65-F5344CB8AC3E}">
        <p14:creationId xmlns:p14="http://schemas.microsoft.com/office/powerpoint/2010/main" val="24313053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Tabl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77334" y="694945"/>
            <a:ext cx="10058400" cy="1280160"/>
          </a:xfrm>
        </p:spPr>
        <p:txBody>
          <a:bodyPr lIns="0" tIns="0" rIns="0" bIns="91440">
            <a:noAutofit/>
          </a:bodyPr>
          <a:lstStyle>
            <a:lvl1pPr>
              <a:lnSpc>
                <a:spcPts val="4500"/>
              </a:lnSpc>
              <a:defRPr sz="4000"/>
            </a:lvl1pPr>
          </a:lstStyle>
          <a:p>
            <a:r>
              <a:rPr lang="en-US" dirty="0"/>
              <a:t>Click to add title</a:t>
            </a:r>
          </a:p>
        </p:txBody>
      </p:sp>
      <p:sp>
        <p:nvSpPr>
          <p:cNvPr id="5" name="Table Placeholder 4">
            <a:extLst>
              <a:ext uri="{FF2B5EF4-FFF2-40B4-BE49-F238E27FC236}">
                <a16:creationId xmlns:a16="http://schemas.microsoft.com/office/drawing/2014/main" id="{FDB2F69B-2054-2B19-B5CA-CB02C02F9006}"/>
              </a:ext>
            </a:extLst>
          </p:cNvPr>
          <p:cNvSpPr>
            <a:spLocks noGrp="1"/>
          </p:cNvSpPr>
          <p:nvPr>
            <p:ph type="tbl" sz="quarter" idx="12"/>
          </p:nvPr>
        </p:nvSpPr>
        <p:spPr>
          <a:xfrm>
            <a:off x="685800" y="2103438"/>
            <a:ext cx="10820400" cy="3702050"/>
          </a:xfrm>
        </p:spPr>
        <p:txBody>
          <a:bodyPr/>
          <a:lstStyle>
            <a:lvl1pPr marL="0" indent="0" algn="ctr">
              <a:buNone/>
              <a:defRPr/>
            </a:lvl1pPr>
          </a:lstStyle>
          <a:p>
            <a:r>
              <a:rPr lang="en-US"/>
              <a:t>Click icon to add table</a:t>
            </a:r>
            <a:endParaRPr lang="en-US" dirty="0"/>
          </a:p>
        </p:txBody>
      </p:sp>
      <p:sp>
        <p:nvSpPr>
          <p:cNvPr id="8" name="Slide Number Placeholder 7">
            <a:extLst>
              <a:ext uri="{FF2B5EF4-FFF2-40B4-BE49-F238E27FC236}">
                <a16:creationId xmlns:a16="http://schemas.microsoft.com/office/drawing/2014/main" id="{E6FD763C-F852-5912-832E-36897F8724FC}"/>
              </a:ext>
            </a:extLst>
          </p:cNvPr>
          <p:cNvSpPr>
            <a:spLocks noGrp="1"/>
          </p:cNvSpPr>
          <p:nvPr>
            <p:ph type="sldNum" sz="quarter" idx="11"/>
          </p:nvPr>
        </p:nvSpPr>
        <p:spPr>
          <a:solidFill>
            <a:schemeClr val="accent1">
              <a:lumMod val="60000"/>
              <a:lumOff val="40000"/>
            </a:schemeClr>
          </a:solidFill>
        </p:spPr>
        <p:txBody>
          <a:bodyPr/>
          <a:lstStyle/>
          <a:p>
            <a:fld id="{D57F1E4F-1CFF-5643-939E-217C01CDF565}" type="slidenum">
              <a:rPr lang="en-US" smtClean="0"/>
              <a:pPr/>
              <a:t>‹#›</a:t>
            </a:fld>
            <a:endParaRPr lang="en-US" dirty="0"/>
          </a:p>
        </p:txBody>
      </p:sp>
      <p:cxnSp>
        <p:nvCxnSpPr>
          <p:cNvPr id="9" name="Straight Connector 8">
            <a:extLst>
              <a:ext uri="{FF2B5EF4-FFF2-40B4-BE49-F238E27FC236}">
                <a16:creationId xmlns:a16="http://schemas.microsoft.com/office/drawing/2014/main" id="{DCDF790A-BE20-4B91-3E2A-684AF14B98D1}"/>
              </a:ext>
              <a:ext uri="{C183D7F6-B498-43B3-948B-1728B52AA6E4}">
                <adec:decorative xmlns:adec="http://schemas.microsoft.com/office/drawing/2017/decorative" val="1"/>
              </a:ext>
            </a:extLst>
          </p:cNvPr>
          <p:cNvCxnSpPr>
            <a:cxnSpLocks/>
          </p:cNvCxnSpPr>
          <p:nvPr userDrawn="1"/>
        </p:nvCxnSpPr>
        <p:spPr>
          <a:xfrm>
            <a:off x="685800" y="6413944"/>
            <a:ext cx="10820399" cy="0"/>
          </a:xfrm>
          <a:prstGeom prst="line">
            <a:avLst/>
          </a:prstGeom>
          <a:ln w="19050">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3" name="Date Placeholder 2">
            <a:extLst>
              <a:ext uri="{FF2B5EF4-FFF2-40B4-BE49-F238E27FC236}">
                <a16:creationId xmlns:a16="http://schemas.microsoft.com/office/drawing/2014/main" id="{C5CD5D5A-0193-F076-B3BC-8B80744EFDC4}"/>
              </a:ext>
            </a:extLst>
          </p:cNvPr>
          <p:cNvSpPr>
            <a:spLocks noGrp="1"/>
          </p:cNvSpPr>
          <p:nvPr>
            <p:ph type="dt" sz="half" idx="13"/>
          </p:nvPr>
        </p:nvSpPr>
        <p:spPr/>
        <p:txBody>
          <a:bodyPr/>
          <a:lstStyle/>
          <a:p>
            <a:fld id="{88FD4BCE-35F6-425E-BEE7-07902E8BBFFC}" type="datetimeFigureOut">
              <a:rPr lang="en-US" smtClean="0"/>
              <a:pPr/>
              <a:t>5/21/2026</a:t>
            </a:fld>
            <a:endParaRPr lang="en-US" dirty="0"/>
          </a:p>
        </p:txBody>
      </p:sp>
      <p:sp>
        <p:nvSpPr>
          <p:cNvPr id="4" name="Footer Placeholder 3">
            <a:extLst>
              <a:ext uri="{FF2B5EF4-FFF2-40B4-BE49-F238E27FC236}">
                <a16:creationId xmlns:a16="http://schemas.microsoft.com/office/drawing/2014/main" id="{C704FF8D-2D04-5E87-990C-B171F1B47A96}"/>
              </a:ext>
            </a:extLst>
          </p:cNvPr>
          <p:cNvSpPr>
            <a:spLocks noGrp="1"/>
          </p:cNvSpPr>
          <p:nvPr>
            <p:ph type="ftr" sz="quarter" idx="14"/>
          </p:nvPr>
        </p:nvSpPr>
        <p:spPr/>
        <p:txBody>
          <a:bodyPr/>
          <a:lstStyle/>
          <a:p>
            <a:endParaRPr lang="en-US" dirty="0"/>
          </a:p>
        </p:txBody>
      </p:sp>
    </p:spTree>
    <p:extLst>
      <p:ext uri="{BB962C8B-B14F-4D97-AF65-F5344CB8AC3E}">
        <p14:creationId xmlns:p14="http://schemas.microsoft.com/office/powerpoint/2010/main" val="41163747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 and Image">
    <p:bg>
      <p:bgPr>
        <a:solidFill>
          <a:schemeClr val="bg2"/>
        </a:solidFill>
        <a:effectLst/>
      </p:bgPr>
    </p:bg>
    <p:spTree>
      <p:nvGrpSpPr>
        <p:cNvPr id="1" name=""/>
        <p:cNvGrpSpPr/>
        <p:nvPr/>
      </p:nvGrpSpPr>
      <p:grpSpPr>
        <a:xfrm>
          <a:off x="0" y="0"/>
          <a:ext cx="0" cy="0"/>
          <a:chOff x="0" y="0"/>
          <a:chExt cx="0" cy="0"/>
        </a:xfrm>
      </p:grpSpPr>
      <p:sp>
        <p:nvSpPr>
          <p:cNvPr id="7" name="Freeform 6">
            <a:extLst>
              <a:ext uri="{FF2B5EF4-FFF2-40B4-BE49-F238E27FC236}">
                <a16:creationId xmlns:a16="http://schemas.microsoft.com/office/drawing/2014/main" id="{FB062180-6901-78B5-8F7B-76665DF86085}"/>
              </a:ext>
              <a:ext uri="{C183D7F6-B498-43B3-948B-1728B52AA6E4}">
                <adec:decorative xmlns:adec="http://schemas.microsoft.com/office/drawing/2017/decorative" val="1"/>
              </a:ext>
            </a:extLst>
          </p:cNvPr>
          <p:cNvSpPr/>
          <p:nvPr userDrawn="1"/>
        </p:nvSpPr>
        <p:spPr>
          <a:xfrm rot="5400000">
            <a:off x="4074761" y="-551669"/>
            <a:ext cx="4042479" cy="5145816"/>
          </a:xfrm>
          <a:custGeom>
            <a:avLst/>
            <a:gdLst>
              <a:gd name="connsiteX0" fmla="*/ 0 w 4042479"/>
              <a:gd name="connsiteY0" fmla="*/ 4683197 h 5145816"/>
              <a:gd name="connsiteX1" fmla="*/ 0 w 4042479"/>
              <a:gd name="connsiteY1" fmla="*/ 462619 h 5145816"/>
              <a:gd name="connsiteX2" fmla="*/ 31034 w 4042479"/>
              <a:gd name="connsiteY2" fmla="*/ 439413 h 5145816"/>
              <a:gd name="connsiteX3" fmla="*/ 1469571 w 4042479"/>
              <a:gd name="connsiteY3" fmla="*/ 0 h 5145816"/>
              <a:gd name="connsiteX4" fmla="*/ 4042479 w 4042479"/>
              <a:gd name="connsiteY4" fmla="*/ 2572908 h 5145816"/>
              <a:gd name="connsiteX5" fmla="*/ 1469571 w 4042479"/>
              <a:gd name="connsiteY5" fmla="*/ 5145816 h 5145816"/>
              <a:gd name="connsiteX6" fmla="*/ 31034 w 4042479"/>
              <a:gd name="connsiteY6" fmla="*/ 4706404 h 514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042479" h="5145816">
                <a:moveTo>
                  <a:pt x="0" y="4683197"/>
                </a:moveTo>
                <a:lnTo>
                  <a:pt x="0" y="462619"/>
                </a:lnTo>
                <a:lnTo>
                  <a:pt x="31034" y="439413"/>
                </a:lnTo>
                <a:cubicBezTo>
                  <a:pt x="441673" y="161990"/>
                  <a:pt x="936704" y="0"/>
                  <a:pt x="1469571" y="0"/>
                </a:cubicBezTo>
                <a:cubicBezTo>
                  <a:pt x="2890549" y="0"/>
                  <a:pt x="4042479" y="1151930"/>
                  <a:pt x="4042479" y="2572908"/>
                </a:cubicBezTo>
                <a:cubicBezTo>
                  <a:pt x="4042479" y="3993886"/>
                  <a:pt x="2890549" y="5145816"/>
                  <a:pt x="1469571" y="5145816"/>
                </a:cubicBezTo>
                <a:cubicBezTo>
                  <a:pt x="936704" y="5145816"/>
                  <a:pt x="441672" y="4983826"/>
                  <a:pt x="31034" y="4706404"/>
                </a:cubicBezTo>
                <a:close/>
              </a:path>
            </a:pathLst>
          </a:cu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1" name="Freeform 10">
            <a:extLst>
              <a:ext uri="{FF2B5EF4-FFF2-40B4-BE49-F238E27FC236}">
                <a16:creationId xmlns:a16="http://schemas.microsoft.com/office/drawing/2014/main" id="{4E5909B6-3BD3-89A6-C532-2485920A25E0}"/>
              </a:ext>
              <a:ext uri="{C183D7F6-B498-43B3-948B-1728B52AA6E4}">
                <adec:decorative xmlns:adec="http://schemas.microsoft.com/office/drawing/2017/decorative" val="1"/>
              </a:ext>
            </a:extLst>
          </p:cNvPr>
          <p:cNvSpPr/>
          <p:nvPr userDrawn="1"/>
        </p:nvSpPr>
        <p:spPr>
          <a:xfrm rot="5400000">
            <a:off x="4074762" y="2263853"/>
            <a:ext cx="4042477" cy="5145816"/>
          </a:xfrm>
          <a:custGeom>
            <a:avLst/>
            <a:gdLst>
              <a:gd name="connsiteX0" fmla="*/ 0 w 4042477"/>
              <a:gd name="connsiteY0" fmla="*/ 2572908 h 5145816"/>
              <a:gd name="connsiteX1" fmla="*/ 2572908 w 4042477"/>
              <a:gd name="connsiteY1" fmla="*/ 0 h 5145816"/>
              <a:gd name="connsiteX2" fmla="*/ 4011446 w 4042477"/>
              <a:gd name="connsiteY2" fmla="*/ 439412 h 5145816"/>
              <a:gd name="connsiteX3" fmla="*/ 4042477 w 4042477"/>
              <a:gd name="connsiteY3" fmla="*/ 462617 h 5145816"/>
              <a:gd name="connsiteX4" fmla="*/ 4042477 w 4042477"/>
              <a:gd name="connsiteY4" fmla="*/ 4683199 h 5145816"/>
              <a:gd name="connsiteX5" fmla="*/ 4011445 w 4042477"/>
              <a:gd name="connsiteY5" fmla="*/ 4706404 h 5145816"/>
              <a:gd name="connsiteX6" fmla="*/ 2572908 w 4042477"/>
              <a:gd name="connsiteY6" fmla="*/ 5145816 h 5145816"/>
              <a:gd name="connsiteX7" fmla="*/ 0 w 4042477"/>
              <a:gd name="connsiteY7" fmla="*/ 2572908 h 514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042477" h="5145816">
                <a:moveTo>
                  <a:pt x="0" y="2572908"/>
                </a:moveTo>
                <a:cubicBezTo>
                  <a:pt x="0" y="1151930"/>
                  <a:pt x="1151930" y="0"/>
                  <a:pt x="2572908" y="0"/>
                </a:cubicBezTo>
                <a:cubicBezTo>
                  <a:pt x="3105775" y="0"/>
                  <a:pt x="3600807" y="161990"/>
                  <a:pt x="4011446" y="439412"/>
                </a:cubicBezTo>
                <a:lnTo>
                  <a:pt x="4042477" y="462617"/>
                </a:lnTo>
                <a:lnTo>
                  <a:pt x="4042477" y="4683199"/>
                </a:lnTo>
                <a:lnTo>
                  <a:pt x="4011445" y="4706404"/>
                </a:lnTo>
                <a:cubicBezTo>
                  <a:pt x="3600806" y="4983826"/>
                  <a:pt x="3105775" y="5145816"/>
                  <a:pt x="2572908" y="5145816"/>
                </a:cubicBezTo>
                <a:cubicBezTo>
                  <a:pt x="1151930" y="5145816"/>
                  <a:pt x="0" y="3993886"/>
                  <a:pt x="0" y="2572908"/>
                </a:cubicBez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8" name="Freeform 7">
            <a:extLst>
              <a:ext uri="{FF2B5EF4-FFF2-40B4-BE49-F238E27FC236}">
                <a16:creationId xmlns:a16="http://schemas.microsoft.com/office/drawing/2014/main" id="{D1324873-CBF5-A3C4-2FED-7A74AB030421}"/>
              </a:ext>
              <a:ext uri="{C183D7F6-B498-43B3-948B-1728B52AA6E4}">
                <adec:decorative xmlns:adec="http://schemas.microsoft.com/office/drawing/2017/decorative" val="1"/>
              </a:ext>
            </a:extLst>
          </p:cNvPr>
          <p:cNvSpPr/>
          <p:nvPr userDrawn="1"/>
        </p:nvSpPr>
        <p:spPr>
          <a:xfrm rot="5400000">
            <a:off x="5482522" y="1763840"/>
            <a:ext cx="1226956" cy="3330322"/>
          </a:xfrm>
          <a:custGeom>
            <a:avLst/>
            <a:gdLst>
              <a:gd name="connsiteX0" fmla="*/ 656451 w 1312902"/>
              <a:gd name="connsiteY0" fmla="*/ 0 h 3563605"/>
              <a:gd name="connsiteX1" fmla="*/ 684220 w 1312902"/>
              <a:gd name="connsiteY1" fmla="*/ 30553 h 3563605"/>
              <a:gd name="connsiteX2" fmla="*/ 1312902 w 1312902"/>
              <a:gd name="connsiteY2" fmla="*/ 1781802 h 3563605"/>
              <a:gd name="connsiteX3" fmla="*/ 684220 w 1312902"/>
              <a:gd name="connsiteY3" fmla="*/ 3533052 h 3563605"/>
              <a:gd name="connsiteX4" fmla="*/ 656451 w 1312902"/>
              <a:gd name="connsiteY4" fmla="*/ 3563605 h 3563605"/>
              <a:gd name="connsiteX5" fmla="*/ 628683 w 1312902"/>
              <a:gd name="connsiteY5" fmla="*/ 3533052 h 3563605"/>
              <a:gd name="connsiteX6" fmla="*/ 0 w 1312902"/>
              <a:gd name="connsiteY6" fmla="*/ 1781802 h 3563605"/>
              <a:gd name="connsiteX7" fmla="*/ 628683 w 1312902"/>
              <a:gd name="connsiteY7" fmla="*/ 30553 h 3563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12902" h="3563605">
                <a:moveTo>
                  <a:pt x="656451" y="0"/>
                </a:moveTo>
                <a:lnTo>
                  <a:pt x="684220" y="30553"/>
                </a:lnTo>
                <a:cubicBezTo>
                  <a:pt x="1076971" y="506457"/>
                  <a:pt x="1312902" y="1116577"/>
                  <a:pt x="1312902" y="1781802"/>
                </a:cubicBezTo>
                <a:cubicBezTo>
                  <a:pt x="1312902" y="2447027"/>
                  <a:pt x="1076971" y="3057147"/>
                  <a:pt x="684220" y="3533052"/>
                </a:cubicBezTo>
                <a:lnTo>
                  <a:pt x="656451" y="3563605"/>
                </a:lnTo>
                <a:lnTo>
                  <a:pt x="628683" y="3533052"/>
                </a:lnTo>
                <a:cubicBezTo>
                  <a:pt x="235932" y="3057147"/>
                  <a:pt x="0" y="2447027"/>
                  <a:pt x="0" y="1781802"/>
                </a:cubicBezTo>
                <a:cubicBezTo>
                  <a:pt x="0" y="1116577"/>
                  <a:pt x="235932" y="506457"/>
                  <a:pt x="628683" y="30553"/>
                </a:cubicBezTo>
                <a:close/>
              </a:path>
            </a:pathLst>
          </a:custGeom>
          <a:solidFill>
            <a:schemeClr val="accent1">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15" name="Group 14">
            <a:extLst>
              <a:ext uri="{FF2B5EF4-FFF2-40B4-BE49-F238E27FC236}">
                <a16:creationId xmlns:a16="http://schemas.microsoft.com/office/drawing/2014/main" id="{E5D51DDB-9673-3EB3-5A4C-FC9A8E5EB2C4}"/>
              </a:ext>
              <a:ext uri="{C183D7F6-B498-43B3-948B-1728B52AA6E4}">
                <adec:decorative xmlns:adec="http://schemas.microsoft.com/office/drawing/2017/decorative" val="1"/>
              </a:ext>
            </a:extLst>
          </p:cNvPr>
          <p:cNvGrpSpPr/>
          <p:nvPr userDrawn="1"/>
        </p:nvGrpSpPr>
        <p:grpSpPr>
          <a:xfrm>
            <a:off x="10830496" y="760864"/>
            <a:ext cx="602728" cy="596004"/>
            <a:chOff x="11118823" y="513726"/>
            <a:chExt cx="602728" cy="596004"/>
          </a:xfrm>
        </p:grpSpPr>
        <p:cxnSp>
          <p:nvCxnSpPr>
            <p:cNvPr id="16" name="Straight Connector 15">
              <a:extLst>
                <a:ext uri="{FF2B5EF4-FFF2-40B4-BE49-F238E27FC236}">
                  <a16:creationId xmlns:a16="http://schemas.microsoft.com/office/drawing/2014/main" id="{4BC1B833-D0D3-F240-EFE9-6CA718F4FC37}"/>
                </a:ext>
              </a:extLst>
            </p:cNvPr>
            <p:cNvCxnSpPr>
              <a:cxnSpLocks/>
            </p:cNvCxnSpPr>
            <p:nvPr/>
          </p:nvCxnSpPr>
          <p:spPr>
            <a:xfrm>
              <a:off x="11165541" y="513726"/>
              <a:ext cx="549286" cy="0"/>
            </a:xfrm>
            <a:prstGeom prst="line">
              <a:avLst/>
            </a:prstGeom>
            <a:ln w="127000" cap="sq">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357E45EA-B5EA-7651-5C44-B45F5739233C}"/>
                </a:ext>
              </a:extLst>
            </p:cNvPr>
            <p:cNvCxnSpPr>
              <a:cxnSpLocks/>
            </p:cNvCxnSpPr>
            <p:nvPr/>
          </p:nvCxnSpPr>
          <p:spPr>
            <a:xfrm>
              <a:off x="11721551" y="513726"/>
              <a:ext cx="0" cy="544109"/>
            </a:xfrm>
            <a:prstGeom prst="line">
              <a:avLst/>
            </a:prstGeom>
            <a:ln w="127000" cap="sq">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2C7A966-3CEC-757D-106F-9E4061AA39B3}"/>
                </a:ext>
              </a:extLst>
            </p:cNvPr>
            <p:cNvCxnSpPr>
              <a:cxnSpLocks/>
            </p:cNvCxnSpPr>
            <p:nvPr/>
          </p:nvCxnSpPr>
          <p:spPr>
            <a:xfrm flipV="1">
              <a:off x="11118823" y="570368"/>
              <a:ext cx="539362" cy="539362"/>
            </a:xfrm>
            <a:prstGeom prst="line">
              <a:avLst/>
            </a:prstGeom>
            <a:ln w="127000" cap="sq">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grpSp>
      <p:cxnSp>
        <p:nvCxnSpPr>
          <p:cNvPr id="23" name="Straight Connector 22">
            <a:extLst>
              <a:ext uri="{FF2B5EF4-FFF2-40B4-BE49-F238E27FC236}">
                <a16:creationId xmlns:a16="http://schemas.microsoft.com/office/drawing/2014/main" id="{E15B6928-C16A-14F7-594D-C117C2FFA249}"/>
              </a:ext>
              <a:ext uri="{C183D7F6-B498-43B3-948B-1728B52AA6E4}">
                <adec:decorative xmlns:adec="http://schemas.microsoft.com/office/drawing/2017/decorative" val="1"/>
              </a:ext>
            </a:extLst>
          </p:cNvPr>
          <p:cNvCxnSpPr>
            <a:cxnSpLocks/>
          </p:cNvCxnSpPr>
          <p:nvPr userDrawn="1"/>
        </p:nvCxnSpPr>
        <p:spPr>
          <a:xfrm>
            <a:off x="685800" y="6413944"/>
            <a:ext cx="10820399" cy="0"/>
          </a:xfrm>
          <a:prstGeom prst="line">
            <a:avLst/>
          </a:prstGeom>
          <a:ln w="19050">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13" name="Picture Placeholder 12">
            <a:extLst>
              <a:ext uri="{FF2B5EF4-FFF2-40B4-BE49-F238E27FC236}">
                <a16:creationId xmlns:a16="http://schemas.microsoft.com/office/drawing/2014/main" id="{824273D7-57D0-754C-B3BD-00D85865C8DA}"/>
              </a:ext>
            </a:extLst>
          </p:cNvPr>
          <p:cNvSpPr>
            <a:spLocks noGrp="1"/>
          </p:cNvSpPr>
          <p:nvPr>
            <p:ph type="pic" sz="quarter" idx="10"/>
          </p:nvPr>
        </p:nvSpPr>
        <p:spPr>
          <a:xfrm>
            <a:off x="3523091" y="3427812"/>
            <a:ext cx="5143494" cy="3430188"/>
          </a:xfrm>
          <a:custGeom>
            <a:avLst/>
            <a:gdLst>
              <a:gd name="connsiteX0" fmla="*/ 922627 w 5143494"/>
              <a:gd name="connsiteY0" fmla="*/ 0 h 3430188"/>
              <a:gd name="connsiteX1" fmla="*/ 955285 w 5143494"/>
              <a:gd name="connsiteY1" fmla="*/ 29682 h 3430188"/>
              <a:gd name="connsiteX2" fmla="*/ 2591894 w 5143494"/>
              <a:gd name="connsiteY2" fmla="*/ 617209 h 3430188"/>
              <a:gd name="connsiteX3" fmla="*/ 4228502 w 5143494"/>
              <a:gd name="connsiteY3" fmla="*/ 29682 h 3430188"/>
              <a:gd name="connsiteX4" fmla="*/ 4240798 w 5143494"/>
              <a:gd name="connsiteY4" fmla="*/ 18506 h 3430188"/>
              <a:gd name="connsiteX5" fmla="*/ 4390247 w 5143494"/>
              <a:gd name="connsiteY5" fmla="*/ 157278 h 3430188"/>
              <a:gd name="connsiteX6" fmla="*/ 5143494 w 5143494"/>
              <a:gd name="connsiteY6" fmla="*/ 2015180 h 3430188"/>
              <a:gd name="connsiteX7" fmla="*/ 4833098 w 5143494"/>
              <a:gd name="connsiteY7" fmla="*/ 3267589 h 3430188"/>
              <a:gd name="connsiteX8" fmla="*/ 4736412 w 5143494"/>
              <a:gd name="connsiteY8" fmla="*/ 3430188 h 3430188"/>
              <a:gd name="connsiteX9" fmla="*/ 407083 w 5143494"/>
              <a:gd name="connsiteY9" fmla="*/ 3430188 h 3430188"/>
              <a:gd name="connsiteX10" fmla="*/ 310396 w 5143494"/>
              <a:gd name="connsiteY10" fmla="*/ 3267589 h 3430188"/>
              <a:gd name="connsiteX11" fmla="*/ 0 w 5143494"/>
              <a:gd name="connsiteY11" fmla="*/ 2015180 h 3430188"/>
              <a:gd name="connsiteX12" fmla="*/ 753247 w 5143494"/>
              <a:gd name="connsiteY12" fmla="*/ 157278 h 3430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143494" h="3430188">
                <a:moveTo>
                  <a:pt x="922627" y="0"/>
                </a:moveTo>
                <a:lnTo>
                  <a:pt x="955285" y="29682"/>
                </a:lnTo>
                <a:cubicBezTo>
                  <a:pt x="1400036" y="396722"/>
                  <a:pt x="1970216" y="617209"/>
                  <a:pt x="2591894" y="617209"/>
                </a:cubicBezTo>
                <a:cubicBezTo>
                  <a:pt x="3213572" y="617209"/>
                  <a:pt x="3783752" y="396722"/>
                  <a:pt x="4228502" y="29682"/>
                </a:cubicBezTo>
                <a:lnTo>
                  <a:pt x="4240798" y="18506"/>
                </a:lnTo>
                <a:lnTo>
                  <a:pt x="4390247" y="157278"/>
                </a:lnTo>
                <a:cubicBezTo>
                  <a:pt x="4855642" y="632756"/>
                  <a:pt x="5143494" y="1289624"/>
                  <a:pt x="5143494" y="2015180"/>
                </a:cubicBezTo>
                <a:cubicBezTo>
                  <a:pt x="5143494" y="2468653"/>
                  <a:pt x="5031052" y="2895294"/>
                  <a:pt x="4833098" y="3267589"/>
                </a:cubicBezTo>
                <a:lnTo>
                  <a:pt x="4736412" y="3430188"/>
                </a:lnTo>
                <a:lnTo>
                  <a:pt x="407083" y="3430188"/>
                </a:lnTo>
                <a:lnTo>
                  <a:pt x="310396" y="3267589"/>
                </a:lnTo>
                <a:cubicBezTo>
                  <a:pt x="112443" y="2895294"/>
                  <a:pt x="0" y="2468653"/>
                  <a:pt x="0" y="2015180"/>
                </a:cubicBezTo>
                <a:cubicBezTo>
                  <a:pt x="0" y="1289624"/>
                  <a:pt x="287853" y="632756"/>
                  <a:pt x="753247" y="157278"/>
                </a:cubicBezTo>
                <a:close/>
              </a:path>
            </a:pathLst>
          </a:custGeom>
          <a:noFill/>
        </p:spPr>
        <p:txBody>
          <a:bodyPr wrap="square" tIns="914400">
            <a:noAutofit/>
          </a:bodyPr>
          <a:lstStyle>
            <a:lvl1pPr marL="0" indent="0" algn="ctr">
              <a:buNone/>
              <a:defRPr/>
            </a:lvl1pPr>
          </a:lstStyle>
          <a:p>
            <a:r>
              <a:rPr lang="en-US"/>
              <a:t>Click icon to add picture</a:t>
            </a:r>
            <a:endParaRPr lang="en-US" dirty="0"/>
          </a:p>
        </p:txBody>
      </p:sp>
      <p:sp>
        <p:nvSpPr>
          <p:cNvPr id="2" name="Title 1"/>
          <p:cNvSpPr>
            <a:spLocks noGrp="1"/>
          </p:cNvSpPr>
          <p:nvPr>
            <p:ph type="ctrTitle" hasCustomPrompt="1"/>
          </p:nvPr>
        </p:nvSpPr>
        <p:spPr>
          <a:xfrm>
            <a:off x="685799" y="685798"/>
            <a:ext cx="10058400" cy="3266440"/>
          </a:xfrm>
        </p:spPr>
        <p:txBody>
          <a:bodyPr lIns="0" tIns="0" rIns="0" bIns="0" anchor="t" anchorCtr="0">
            <a:noAutofit/>
          </a:bodyPr>
          <a:lstStyle>
            <a:lvl1pPr algn="l">
              <a:lnSpc>
                <a:spcPct val="100000"/>
              </a:lnSpc>
              <a:defRPr sz="7500" b="1" cap="none" spc="50" baseline="0">
                <a:solidFill>
                  <a:schemeClr val="tx1">
                    <a:lumMod val="85000"/>
                    <a:lumOff val="15000"/>
                  </a:schemeClr>
                </a:solidFill>
              </a:defRPr>
            </a:lvl1pPr>
          </a:lstStyle>
          <a:p>
            <a:r>
              <a:rPr lang="en-US" dirty="0"/>
              <a:t>Click to add title</a:t>
            </a:r>
          </a:p>
        </p:txBody>
      </p:sp>
    </p:spTree>
    <p:extLst>
      <p:ext uri="{BB962C8B-B14F-4D97-AF65-F5344CB8AC3E}">
        <p14:creationId xmlns:p14="http://schemas.microsoft.com/office/powerpoint/2010/main" val="98486722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and 2 Content">
    <p:spTree>
      <p:nvGrpSpPr>
        <p:cNvPr id="1" name=""/>
        <p:cNvGrpSpPr/>
        <p:nvPr/>
      </p:nvGrpSpPr>
      <p:grpSpPr>
        <a:xfrm>
          <a:off x="0" y="0"/>
          <a:ext cx="0" cy="0"/>
          <a:chOff x="0" y="0"/>
          <a:chExt cx="0" cy="0"/>
        </a:xfrm>
      </p:grpSpPr>
      <p:sp>
        <p:nvSpPr>
          <p:cNvPr id="12" name="Graphic 6">
            <a:extLst>
              <a:ext uri="{FF2B5EF4-FFF2-40B4-BE49-F238E27FC236}">
                <a16:creationId xmlns:a16="http://schemas.microsoft.com/office/drawing/2014/main" id="{BB199B51-3DFF-3DF2-E402-55A5DA84946E}"/>
              </a:ext>
            </a:extLst>
          </p:cNvPr>
          <p:cNvSpPr/>
          <p:nvPr userDrawn="1"/>
        </p:nvSpPr>
        <p:spPr>
          <a:xfrm>
            <a:off x="7010400" y="0"/>
            <a:ext cx="5175265" cy="6859269"/>
          </a:xfrm>
          <a:custGeom>
            <a:avLst/>
            <a:gdLst>
              <a:gd name="connsiteX0" fmla="*/ 0 w 5175265"/>
              <a:gd name="connsiteY0" fmla="*/ 0 h 6859269"/>
              <a:gd name="connsiteX1" fmla="*/ 0 w 5175265"/>
              <a:gd name="connsiteY1" fmla="*/ 6407150 h 6859269"/>
              <a:gd name="connsiteX2" fmla="*/ 4494943 w 5175265"/>
              <a:gd name="connsiteY2" fmla="*/ 6407150 h 6859269"/>
              <a:gd name="connsiteX3" fmla="*/ 4505078 w 5175265"/>
              <a:gd name="connsiteY3" fmla="*/ 6417310 h 6859269"/>
              <a:gd name="connsiteX4" fmla="*/ 4494943 w 5175265"/>
              <a:gd name="connsiteY4" fmla="*/ 6427470 h 6859269"/>
              <a:gd name="connsiteX5" fmla="*/ 0 w 5175265"/>
              <a:gd name="connsiteY5" fmla="*/ 6427470 h 6859269"/>
              <a:gd name="connsiteX6" fmla="*/ 0 w 5175265"/>
              <a:gd name="connsiteY6" fmla="*/ 6859270 h 6859269"/>
              <a:gd name="connsiteX7" fmla="*/ 5175266 w 5175265"/>
              <a:gd name="connsiteY7" fmla="*/ 6859270 h 6859269"/>
              <a:gd name="connsiteX8" fmla="*/ 5175266 w 5175265"/>
              <a:gd name="connsiteY8" fmla="*/ 0 h 6859269"/>
              <a:gd name="connsiteX9" fmla="*/ 0 w 5175265"/>
              <a:gd name="connsiteY9" fmla="*/ 0 h 6859269"/>
              <a:gd name="connsiteX10" fmla="*/ 4491143 w 5175265"/>
              <a:gd name="connsiteY10" fmla="*/ 1362710 h 6859269"/>
              <a:gd name="connsiteX11" fmla="*/ 4364453 w 5175265"/>
              <a:gd name="connsiteY11" fmla="*/ 1362710 h 6859269"/>
              <a:gd name="connsiteX12" fmla="*/ 4364453 w 5175265"/>
              <a:gd name="connsiteY12" fmla="*/ 895350 h 6859269"/>
              <a:gd name="connsiteX13" fmla="*/ 3826023 w 5175265"/>
              <a:gd name="connsiteY13" fmla="*/ 1435100 h 6859269"/>
              <a:gd name="connsiteX14" fmla="*/ 3736073 w 5175265"/>
              <a:gd name="connsiteY14" fmla="*/ 1344930 h 6859269"/>
              <a:gd name="connsiteX15" fmla="*/ 4261835 w 5175265"/>
              <a:gd name="connsiteY15" fmla="*/ 817880 h 6859269"/>
              <a:gd name="connsiteX16" fmla="*/ 3807019 w 5175265"/>
              <a:gd name="connsiteY16" fmla="*/ 817880 h 6859269"/>
              <a:gd name="connsiteX17" fmla="*/ 3807019 w 5175265"/>
              <a:gd name="connsiteY17" fmla="*/ 690880 h 6859269"/>
              <a:gd name="connsiteX18" fmla="*/ 4364453 w 5175265"/>
              <a:gd name="connsiteY18" fmla="*/ 690880 h 6859269"/>
              <a:gd name="connsiteX19" fmla="*/ 4482274 w 5175265"/>
              <a:gd name="connsiteY19" fmla="*/ 690880 h 6859269"/>
              <a:gd name="connsiteX20" fmla="*/ 4491143 w 5175265"/>
              <a:gd name="connsiteY20" fmla="*/ 690880 h 6859269"/>
              <a:gd name="connsiteX21" fmla="*/ 4491143 w 5175265"/>
              <a:gd name="connsiteY21" fmla="*/ 1362710 h 68592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175265" h="6859269">
                <a:moveTo>
                  <a:pt x="0" y="0"/>
                </a:moveTo>
                <a:lnTo>
                  <a:pt x="0" y="6407150"/>
                </a:lnTo>
                <a:lnTo>
                  <a:pt x="4494943" y="6407150"/>
                </a:lnTo>
                <a:cubicBezTo>
                  <a:pt x="4500011" y="6407150"/>
                  <a:pt x="4505078" y="6410960"/>
                  <a:pt x="4505078" y="6417310"/>
                </a:cubicBezTo>
                <a:cubicBezTo>
                  <a:pt x="4505078" y="6423660"/>
                  <a:pt x="4501278" y="6427470"/>
                  <a:pt x="4494943" y="6427470"/>
                </a:cubicBezTo>
                <a:lnTo>
                  <a:pt x="0" y="6427470"/>
                </a:lnTo>
                <a:lnTo>
                  <a:pt x="0" y="6859270"/>
                </a:lnTo>
                <a:lnTo>
                  <a:pt x="5175266" y="6859270"/>
                </a:lnTo>
                <a:lnTo>
                  <a:pt x="5175266" y="0"/>
                </a:lnTo>
                <a:lnTo>
                  <a:pt x="0" y="0"/>
                </a:lnTo>
                <a:close/>
                <a:moveTo>
                  <a:pt x="4491143" y="1362710"/>
                </a:moveTo>
                <a:lnTo>
                  <a:pt x="4364453" y="1362710"/>
                </a:lnTo>
                <a:lnTo>
                  <a:pt x="4364453" y="895350"/>
                </a:lnTo>
                <a:lnTo>
                  <a:pt x="3826023" y="1435100"/>
                </a:lnTo>
                <a:lnTo>
                  <a:pt x="3736073" y="1344930"/>
                </a:lnTo>
                <a:lnTo>
                  <a:pt x="4261835" y="817880"/>
                </a:lnTo>
                <a:lnTo>
                  <a:pt x="3807019" y="817880"/>
                </a:lnTo>
                <a:lnTo>
                  <a:pt x="3807019" y="690880"/>
                </a:lnTo>
                <a:lnTo>
                  <a:pt x="4364453" y="690880"/>
                </a:lnTo>
                <a:lnTo>
                  <a:pt x="4482274" y="690880"/>
                </a:lnTo>
                <a:lnTo>
                  <a:pt x="4491143" y="690880"/>
                </a:lnTo>
                <a:lnTo>
                  <a:pt x="4491143" y="1362710"/>
                </a:lnTo>
                <a:close/>
              </a:path>
            </a:pathLst>
          </a:custGeom>
          <a:solidFill>
            <a:schemeClr val="accent1">
              <a:lumMod val="60000"/>
              <a:lumOff val="40000"/>
            </a:schemeClr>
          </a:solidFill>
          <a:ln w="12669" cap="flat">
            <a:noFill/>
            <a:prstDash val="solid"/>
            <a:miter/>
          </a:ln>
        </p:spPr>
        <p:txBody>
          <a:bodyPr rtlCol="0" anchor="ctr"/>
          <a:lstStyle/>
          <a:p>
            <a:endParaRPr lang="en-US" dirty="0"/>
          </a:p>
        </p:txBody>
      </p:sp>
      <p:sp>
        <p:nvSpPr>
          <p:cNvPr id="2" name="Title 1"/>
          <p:cNvSpPr>
            <a:spLocks noGrp="1"/>
          </p:cNvSpPr>
          <p:nvPr>
            <p:ph type="title" hasCustomPrompt="1"/>
          </p:nvPr>
        </p:nvSpPr>
        <p:spPr>
          <a:xfrm>
            <a:off x="677334" y="694944"/>
            <a:ext cx="9584266" cy="1387852"/>
          </a:xfrm>
        </p:spPr>
        <p:txBody>
          <a:bodyPr lIns="0" tIns="0" rIns="457200" bIns="0">
            <a:noAutofit/>
          </a:bodyPr>
          <a:lstStyle>
            <a:lvl1pPr>
              <a:lnSpc>
                <a:spcPts val="4500"/>
              </a:lnSpc>
              <a:defRPr sz="4000"/>
            </a:lvl1pPr>
          </a:lstStyle>
          <a:p>
            <a:r>
              <a:rPr lang="en-US" dirty="0"/>
              <a:t>Click to add title</a:t>
            </a:r>
          </a:p>
        </p:txBody>
      </p:sp>
      <p:cxnSp>
        <p:nvCxnSpPr>
          <p:cNvPr id="3" name="Straight Connector 2">
            <a:extLst>
              <a:ext uri="{FF2B5EF4-FFF2-40B4-BE49-F238E27FC236}">
                <a16:creationId xmlns:a16="http://schemas.microsoft.com/office/drawing/2014/main" id="{94F37D59-BF08-6CEE-197E-A579E47015D7}"/>
              </a:ext>
              <a:ext uri="{C183D7F6-B498-43B3-948B-1728B52AA6E4}">
                <adec:decorative xmlns:adec="http://schemas.microsoft.com/office/drawing/2017/decorative" val="1"/>
              </a:ext>
            </a:extLst>
          </p:cNvPr>
          <p:cNvCxnSpPr>
            <a:cxnSpLocks/>
          </p:cNvCxnSpPr>
          <p:nvPr userDrawn="1"/>
        </p:nvCxnSpPr>
        <p:spPr>
          <a:xfrm>
            <a:off x="685800" y="6413944"/>
            <a:ext cx="10820399" cy="0"/>
          </a:xfrm>
          <a:prstGeom prst="line">
            <a:avLst/>
          </a:prstGeom>
          <a:ln w="19050">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9" name="Content Placeholder 8">
            <a:extLst>
              <a:ext uri="{FF2B5EF4-FFF2-40B4-BE49-F238E27FC236}">
                <a16:creationId xmlns:a16="http://schemas.microsoft.com/office/drawing/2014/main" id="{7BC225B1-A420-C658-9FD7-067B9FEFF745}"/>
              </a:ext>
            </a:extLst>
          </p:cNvPr>
          <p:cNvSpPr>
            <a:spLocks noGrp="1"/>
          </p:cNvSpPr>
          <p:nvPr>
            <p:ph sz="quarter" idx="12" hasCustomPrompt="1"/>
          </p:nvPr>
        </p:nvSpPr>
        <p:spPr>
          <a:xfrm>
            <a:off x="677334" y="2552698"/>
            <a:ext cx="5964766" cy="3083217"/>
          </a:xfrm>
        </p:spPr>
        <p:txBody>
          <a:bodyPr lIns="91440">
            <a:noAutofit/>
          </a:bodyPr>
          <a:lstStyle>
            <a:lvl1pPr marL="457200" indent="-457200">
              <a:spcBef>
                <a:spcPts val="1600"/>
              </a:spcBef>
              <a:buSzPct val="100000"/>
              <a:buFont typeface="+mj-lt"/>
              <a:buAutoNum type="arabicPeriod"/>
              <a:defRPr sz="1800"/>
            </a:lvl1pPr>
            <a:lvl2pPr marL="800100" indent="-342900">
              <a:spcBef>
                <a:spcPts val="1600"/>
              </a:spcBef>
              <a:buSzPct val="100000"/>
              <a:buFont typeface="+mj-lt"/>
              <a:buAutoNum type="alphaLcPeriod"/>
              <a:defRPr sz="1600"/>
            </a:lvl2pPr>
            <a:lvl3pPr marL="1257300" indent="-342900">
              <a:spcBef>
                <a:spcPts val="1600"/>
              </a:spcBef>
              <a:buSzPct val="100000"/>
              <a:buFont typeface="+mj-lt"/>
              <a:buAutoNum type="arabicParenR"/>
              <a:defRPr sz="1400"/>
            </a:lvl3pPr>
            <a:lvl4pPr marL="1600200" indent="-228600">
              <a:spcBef>
                <a:spcPts val="1600"/>
              </a:spcBef>
              <a:buSzPct val="100000"/>
              <a:buFont typeface="+mj-lt"/>
              <a:buAutoNum type="alphaLcParenR"/>
              <a:defRPr sz="1200"/>
            </a:lvl4pPr>
            <a:lvl5pPr marL="2057400" indent="-228600">
              <a:spcBef>
                <a:spcPts val="1600"/>
              </a:spcBef>
              <a:buSzPct val="100000"/>
              <a:buFont typeface="+mj-lt"/>
              <a:buAutoNum type="romanLcPeriod"/>
              <a:defRPr sz="12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Content Placeholder 10">
            <a:extLst>
              <a:ext uri="{FF2B5EF4-FFF2-40B4-BE49-F238E27FC236}">
                <a16:creationId xmlns:a16="http://schemas.microsoft.com/office/drawing/2014/main" id="{665F9D66-4BCE-5466-BE42-19F154C5BF73}"/>
              </a:ext>
            </a:extLst>
          </p:cNvPr>
          <p:cNvSpPr>
            <a:spLocks noGrp="1"/>
          </p:cNvSpPr>
          <p:nvPr>
            <p:ph sz="quarter" idx="13" hasCustomPrompt="1"/>
          </p:nvPr>
        </p:nvSpPr>
        <p:spPr>
          <a:xfrm>
            <a:off x="7656513" y="2552699"/>
            <a:ext cx="3842913" cy="3083216"/>
          </a:xfrm>
        </p:spPr>
        <p:txBody>
          <a:bodyPr>
            <a:noAutofit/>
          </a:bodyPr>
          <a:lstStyle>
            <a:lvl1pPr marL="457200" indent="-457200">
              <a:lnSpc>
                <a:spcPts val="2400"/>
              </a:lnSpc>
              <a:spcBef>
                <a:spcPts val="2800"/>
              </a:spcBef>
              <a:defRPr sz="2400"/>
            </a:lvl1pPr>
            <a:lvl2pPr>
              <a:lnSpc>
                <a:spcPts val="2400"/>
              </a:lnSpc>
              <a:spcBef>
                <a:spcPts val="2800"/>
              </a:spcBef>
              <a:defRPr sz="2000"/>
            </a:lvl2pPr>
            <a:lvl3pPr>
              <a:lnSpc>
                <a:spcPts val="2400"/>
              </a:lnSpc>
              <a:spcBef>
                <a:spcPts val="2800"/>
              </a:spcBef>
              <a:defRPr sz="1800"/>
            </a:lvl3pPr>
            <a:lvl4pPr>
              <a:lnSpc>
                <a:spcPts val="2400"/>
              </a:lnSpc>
              <a:spcBef>
                <a:spcPts val="2800"/>
              </a:spcBef>
              <a:defRPr sz="1600"/>
            </a:lvl4pPr>
            <a:lvl5pPr>
              <a:lnSpc>
                <a:spcPts val="2400"/>
              </a:lnSpc>
              <a:spcBef>
                <a:spcPts val="2800"/>
              </a:spcBef>
              <a:defRPr sz="16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Slide Number Placeholder 7">
            <a:extLst>
              <a:ext uri="{FF2B5EF4-FFF2-40B4-BE49-F238E27FC236}">
                <a16:creationId xmlns:a16="http://schemas.microsoft.com/office/drawing/2014/main" id="{E6FD763C-F852-5912-832E-36897F8724FC}"/>
              </a:ext>
            </a:extLst>
          </p:cNvPr>
          <p:cNvSpPr>
            <a:spLocks noGrp="1"/>
          </p:cNvSpPr>
          <p:nvPr>
            <p:ph type="sldNum" sz="quarter" idx="11"/>
          </p:nvPr>
        </p:nvSpPr>
        <p:spPr>
          <a:solidFill>
            <a:schemeClr val="accent1">
              <a:lumMod val="60000"/>
              <a:lumOff val="40000"/>
            </a:schemeClr>
          </a:solidFill>
        </p:spPr>
        <p:txBody>
          <a:bodyPr/>
          <a:lstStyle/>
          <a:p>
            <a:fld id="{D57F1E4F-1CFF-5643-939E-217C01CDF565}" type="slidenum">
              <a:rPr lang="en-US" smtClean="0"/>
              <a:pPr/>
              <a:t>‹#›</a:t>
            </a:fld>
            <a:endParaRPr lang="en-US" dirty="0"/>
          </a:p>
        </p:txBody>
      </p:sp>
      <p:sp>
        <p:nvSpPr>
          <p:cNvPr id="4" name="Date Placeholder 3">
            <a:extLst>
              <a:ext uri="{FF2B5EF4-FFF2-40B4-BE49-F238E27FC236}">
                <a16:creationId xmlns:a16="http://schemas.microsoft.com/office/drawing/2014/main" id="{A3673DFC-848F-3CB1-23EC-9E1D65E48756}"/>
              </a:ext>
            </a:extLst>
          </p:cNvPr>
          <p:cNvSpPr>
            <a:spLocks noGrp="1"/>
          </p:cNvSpPr>
          <p:nvPr>
            <p:ph type="dt" sz="half" idx="14"/>
          </p:nvPr>
        </p:nvSpPr>
        <p:spPr/>
        <p:txBody>
          <a:bodyPr/>
          <a:lstStyle/>
          <a:p>
            <a:fld id="{88FD4BCE-35F6-425E-BEE7-07902E8BBFFC}" type="datetimeFigureOut">
              <a:rPr lang="en-US" smtClean="0"/>
              <a:pPr/>
              <a:t>5/21/2026</a:t>
            </a:fld>
            <a:endParaRPr lang="en-US" dirty="0"/>
          </a:p>
        </p:txBody>
      </p:sp>
      <p:sp>
        <p:nvSpPr>
          <p:cNvPr id="5" name="Footer Placeholder 4">
            <a:extLst>
              <a:ext uri="{FF2B5EF4-FFF2-40B4-BE49-F238E27FC236}">
                <a16:creationId xmlns:a16="http://schemas.microsoft.com/office/drawing/2014/main" id="{4F699A12-3443-5523-F408-1CF310CF2509}"/>
              </a:ext>
            </a:extLst>
          </p:cNvPr>
          <p:cNvSpPr>
            <a:spLocks noGrp="1"/>
          </p:cNvSpPr>
          <p:nvPr>
            <p:ph type="ftr" sz="quarter" idx="15"/>
          </p:nvPr>
        </p:nvSpPr>
        <p:spPr/>
        <p:txBody>
          <a:bodyPr/>
          <a:lstStyle/>
          <a:p>
            <a:endParaRPr lang="en-US" dirty="0"/>
          </a:p>
        </p:txBody>
      </p:sp>
    </p:spTree>
    <p:extLst>
      <p:ext uri="{BB962C8B-B14F-4D97-AF65-F5344CB8AC3E}">
        <p14:creationId xmlns:p14="http://schemas.microsoft.com/office/powerpoint/2010/main" val="217338795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Title and Subtitle">
    <p:bg>
      <p:bgPr>
        <a:solidFill>
          <a:schemeClr val="bg2"/>
        </a:solidFill>
        <a:effectLst/>
      </p:bgPr>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5E195471-80E6-2173-AB78-E4AE69292A67}"/>
              </a:ext>
              <a:ext uri="{C183D7F6-B498-43B3-948B-1728B52AA6E4}">
                <adec:decorative xmlns:adec="http://schemas.microsoft.com/office/drawing/2017/decorative" val="1"/>
              </a:ext>
            </a:extLst>
          </p:cNvPr>
          <p:cNvGrpSpPr/>
          <p:nvPr userDrawn="1"/>
        </p:nvGrpSpPr>
        <p:grpSpPr>
          <a:xfrm flipH="1">
            <a:off x="1563663" y="856093"/>
            <a:ext cx="9064674" cy="5145815"/>
            <a:chOff x="1400539" y="700853"/>
            <a:chExt cx="9699638" cy="5506270"/>
          </a:xfrm>
        </p:grpSpPr>
        <p:sp>
          <p:nvSpPr>
            <p:cNvPr id="4" name="Oval 3">
              <a:extLst>
                <a:ext uri="{FF2B5EF4-FFF2-40B4-BE49-F238E27FC236}">
                  <a16:creationId xmlns:a16="http://schemas.microsoft.com/office/drawing/2014/main" id="{F183DD5A-FAA9-3AB5-A277-0BD8F58B7AC9}"/>
                </a:ext>
              </a:extLst>
            </p:cNvPr>
            <p:cNvSpPr/>
            <p:nvPr userDrawn="1"/>
          </p:nvSpPr>
          <p:spPr>
            <a:xfrm>
              <a:off x="1400539" y="700853"/>
              <a:ext cx="5506270" cy="5506270"/>
            </a:xfrm>
            <a:prstGeom prst="ellipse">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Oval 4">
              <a:extLst>
                <a:ext uri="{FF2B5EF4-FFF2-40B4-BE49-F238E27FC236}">
                  <a16:creationId xmlns:a16="http://schemas.microsoft.com/office/drawing/2014/main" id="{922BF3AA-2377-DDB1-A0FA-B1CEAEC0FCE9}"/>
                </a:ext>
              </a:extLst>
            </p:cNvPr>
            <p:cNvSpPr/>
            <p:nvPr userDrawn="1"/>
          </p:nvSpPr>
          <p:spPr>
            <a:xfrm>
              <a:off x="5593907" y="700853"/>
              <a:ext cx="5506270" cy="5506270"/>
            </a:xfrm>
            <a:prstGeom prst="ellipse">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Freeform 7">
              <a:extLst>
                <a:ext uri="{FF2B5EF4-FFF2-40B4-BE49-F238E27FC236}">
                  <a16:creationId xmlns:a16="http://schemas.microsoft.com/office/drawing/2014/main" id="{D1324873-CBF5-A3C4-2FED-7A74AB030421}"/>
                </a:ext>
              </a:extLst>
            </p:cNvPr>
            <p:cNvSpPr/>
            <p:nvPr userDrawn="1"/>
          </p:nvSpPr>
          <p:spPr>
            <a:xfrm>
              <a:off x="5593907" y="1672186"/>
              <a:ext cx="1312902" cy="3563605"/>
            </a:xfrm>
            <a:custGeom>
              <a:avLst/>
              <a:gdLst>
                <a:gd name="connsiteX0" fmla="*/ 656451 w 1312902"/>
                <a:gd name="connsiteY0" fmla="*/ 0 h 3563605"/>
                <a:gd name="connsiteX1" fmla="*/ 684220 w 1312902"/>
                <a:gd name="connsiteY1" fmla="*/ 30553 h 3563605"/>
                <a:gd name="connsiteX2" fmla="*/ 1312902 w 1312902"/>
                <a:gd name="connsiteY2" fmla="*/ 1781802 h 3563605"/>
                <a:gd name="connsiteX3" fmla="*/ 684220 w 1312902"/>
                <a:gd name="connsiteY3" fmla="*/ 3533052 h 3563605"/>
                <a:gd name="connsiteX4" fmla="*/ 656451 w 1312902"/>
                <a:gd name="connsiteY4" fmla="*/ 3563605 h 3563605"/>
                <a:gd name="connsiteX5" fmla="*/ 628683 w 1312902"/>
                <a:gd name="connsiteY5" fmla="*/ 3533052 h 3563605"/>
                <a:gd name="connsiteX6" fmla="*/ 0 w 1312902"/>
                <a:gd name="connsiteY6" fmla="*/ 1781802 h 3563605"/>
                <a:gd name="connsiteX7" fmla="*/ 628683 w 1312902"/>
                <a:gd name="connsiteY7" fmla="*/ 30553 h 3563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12902" h="3563605">
                  <a:moveTo>
                    <a:pt x="656451" y="0"/>
                  </a:moveTo>
                  <a:lnTo>
                    <a:pt x="684220" y="30553"/>
                  </a:lnTo>
                  <a:cubicBezTo>
                    <a:pt x="1076971" y="506457"/>
                    <a:pt x="1312902" y="1116577"/>
                    <a:pt x="1312902" y="1781802"/>
                  </a:cubicBezTo>
                  <a:cubicBezTo>
                    <a:pt x="1312902" y="2447027"/>
                    <a:pt x="1076971" y="3057147"/>
                    <a:pt x="684220" y="3533052"/>
                  </a:cubicBezTo>
                  <a:lnTo>
                    <a:pt x="656451" y="3563605"/>
                  </a:lnTo>
                  <a:lnTo>
                    <a:pt x="628683" y="3533052"/>
                  </a:lnTo>
                  <a:cubicBezTo>
                    <a:pt x="235932" y="3057147"/>
                    <a:pt x="0" y="2447027"/>
                    <a:pt x="0" y="1781802"/>
                  </a:cubicBezTo>
                  <a:cubicBezTo>
                    <a:pt x="0" y="1116577"/>
                    <a:pt x="235932" y="506457"/>
                    <a:pt x="628683" y="30553"/>
                  </a:cubicBezTo>
                  <a:close/>
                </a:path>
              </a:pathLst>
            </a:custGeom>
            <a:solidFill>
              <a:schemeClr val="accent1">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p:cNvSpPr>
            <a:spLocks noGrp="1"/>
          </p:cNvSpPr>
          <p:nvPr>
            <p:ph type="ctrTitle" hasCustomPrompt="1"/>
          </p:nvPr>
        </p:nvSpPr>
        <p:spPr>
          <a:xfrm>
            <a:off x="685800" y="685799"/>
            <a:ext cx="10058400" cy="4572000"/>
          </a:xfrm>
        </p:spPr>
        <p:txBody>
          <a:bodyPr lIns="0" tIns="0" rIns="0" bIns="0" anchor="t" anchorCtr="0">
            <a:noAutofit/>
          </a:bodyPr>
          <a:lstStyle>
            <a:lvl1pPr algn="l">
              <a:lnSpc>
                <a:spcPct val="100000"/>
              </a:lnSpc>
              <a:defRPr sz="7500" b="1" cap="none" spc="50" baseline="0">
                <a:solidFill>
                  <a:schemeClr val="tx1">
                    <a:lumMod val="85000"/>
                    <a:lumOff val="15000"/>
                  </a:schemeClr>
                </a:solidFill>
              </a:defRPr>
            </a:lvl1pPr>
          </a:lstStyle>
          <a:p>
            <a:r>
              <a:rPr lang="en-US" dirty="0"/>
              <a:t>Click to add title</a:t>
            </a:r>
          </a:p>
        </p:txBody>
      </p:sp>
      <p:sp>
        <p:nvSpPr>
          <p:cNvPr id="3" name="Subtitle 2"/>
          <p:cNvSpPr>
            <a:spLocks noGrp="1"/>
          </p:cNvSpPr>
          <p:nvPr>
            <p:ph type="subTitle" idx="1" hasCustomPrompt="1"/>
          </p:nvPr>
        </p:nvSpPr>
        <p:spPr>
          <a:xfrm>
            <a:off x="685799" y="5257798"/>
            <a:ext cx="10820397" cy="911425"/>
          </a:xfrm>
        </p:spPr>
        <p:txBody>
          <a:bodyPr lIns="0" tIns="0" rIns="0" bIns="0" anchor="b" anchorCtr="0">
            <a:normAutofit/>
          </a:bodyPr>
          <a:lstStyle>
            <a:lvl1pPr marL="0" indent="0" algn="l">
              <a:buNone/>
              <a:defRPr sz="3300" b="1">
                <a:solidFill>
                  <a:schemeClr val="tx1">
                    <a:lumMod val="85000"/>
                    <a:lumOff val="1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lvl="0"/>
            <a:r>
              <a:rPr lang="en-US" dirty="0"/>
              <a:t>Click to add subtitle</a:t>
            </a:r>
          </a:p>
        </p:txBody>
      </p:sp>
      <p:grpSp>
        <p:nvGrpSpPr>
          <p:cNvPr id="15" name="Group 14">
            <a:extLst>
              <a:ext uri="{FF2B5EF4-FFF2-40B4-BE49-F238E27FC236}">
                <a16:creationId xmlns:a16="http://schemas.microsoft.com/office/drawing/2014/main" id="{E5D51DDB-9673-3EB3-5A4C-FC9A8E5EB2C4}"/>
              </a:ext>
              <a:ext uri="{C183D7F6-B498-43B3-948B-1728B52AA6E4}">
                <adec:decorative xmlns:adec="http://schemas.microsoft.com/office/drawing/2017/decorative" val="1"/>
              </a:ext>
            </a:extLst>
          </p:cNvPr>
          <p:cNvGrpSpPr/>
          <p:nvPr userDrawn="1"/>
        </p:nvGrpSpPr>
        <p:grpSpPr>
          <a:xfrm>
            <a:off x="10830496" y="760864"/>
            <a:ext cx="602728" cy="596004"/>
            <a:chOff x="11118823" y="513726"/>
            <a:chExt cx="602728" cy="596004"/>
          </a:xfrm>
        </p:grpSpPr>
        <p:cxnSp>
          <p:nvCxnSpPr>
            <p:cNvPr id="16" name="Straight Connector 15">
              <a:extLst>
                <a:ext uri="{FF2B5EF4-FFF2-40B4-BE49-F238E27FC236}">
                  <a16:creationId xmlns:a16="http://schemas.microsoft.com/office/drawing/2014/main" id="{4BC1B833-D0D3-F240-EFE9-6CA718F4FC37}"/>
                </a:ext>
              </a:extLst>
            </p:cNvPr>
            <p:cNvCxnSpPr>
              <a:cxnSpLocks/>
            </p:cNvCxnSpPr>
            <p:nvPr/>
          </p:nvCxnSpPr>
          <p:spPr>
            <a:xfrm>
              <a:off x="11165541" y="513726"/>
              <a:ext cx="549286" cy="0"/>
            </a:xfrm>
            <a:prstGeom prst="line">
              <a:avLst/>
            </a:prstGeom>
            <a:ln w="127000" cap="sq">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357E45EA-B5EA-7651-5C44-B45F5739233C}"/>
                </a:ext>
              </a:extLst>
            </p:cNvPr>
            <p:cNvCxnSpPr>
              <a:cxnSpLocks/>
            </p:cNvCxnSpPr>
            <p:nvPr/>
          </p:nvCxnSpPr>
          <p:spPr>
            <a:xfrm>
              <a:off x="11721551" y="513726"/>
              <a:ext cx="0" cy="544109"/>
            </a:xfrm>
            <a:prstGeom prst="line">
              <a:avLst/>
            </a:prstGeom>
            <a:ln w="127000" cap="sq">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2C7A966-3CEC-757D-106F-9E4061AA39B3}"/>
                </a:ext>
              </a:extLst>
            </p:cNvPr>
            <p:cNvCxnSpPr>
              <a:cxnSpLocks/>
            </p:cNvCxnSpPr>
            <p:nvPr/>
          </p:nvCxnSpPr>
          <p:spPr>
            <a:xfrm flipV="1">
              <a:off x="11118823" y="570368"/>
              <a:ext cx="539362" cy="539362"/>
            </a:xfrm>
            <a:prstGeom prst="line">
              <a:avLst/>
            </a:prstGeom>
            <a:ln w="127000" cap="sq">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grpSp>
      <p:cxnSp>
        <p:nvCxnSpPr>
          <p:cNvPr id="23" name="Straight Connector 22">
            <a:extLst>
              <a:ext uri="{FF2B5EF4-FFF2-40B4-BE49-F238E27FC236}">
                <a16:creationId xmlns:a16="http://schemas.microsoft.com/office/drawing/2014/main" id="{E15B6928-C16A-14F7-594D-C117C2FFA249}"/>
              </a:ext>
              <a:ext uri="{C183D7F6-B498-43B3-948B-1728B52AA6E4}">
                <adec:decorative xmlns:adec="http://schemas.microsoft.com/office/drawing/2017/decorative" val="1"/>
              </a:ext>
            </a:extLst>
          </p:cNvPr>
          <p:cNvCxnSpPr>
            <a:cxnSpLocks/>
          </p:cNvCxnSpPr>
          <p:nvPr userDrawn="1"/>
        </p:nvCxnSpPr>
        <p:spPr>
          <a:xfrm>
            <a:off x="685800" y="6413944"/>
            <a:ext cx="10820399" cy="0"/>
          </a:xfrm>
          <a:prstGeom prst="line">
            <a:avLst/>
          </a:prstGeom>
          <a:ln w="19050">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410903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Only 2">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DF10B5E-BE44-608A-DE4B-D90C921A83E6}"/>
              </a:ext>
              <a:ext uri="{C183D7F6-B498-43B3-948B-1728B52AA6E4}">
                <adec:decorative xmlns:adec="http://schemas.microsoft.com/office/drawing/2017/decorative" val="1"/>
              </a:ext>
            </a:extLst>
          </p:cNvPr>
          <p:cNvSpPr/>
          <p:nvPr userDrawn="1"/>
        </p:nvSpPr>
        <p:spPr>
          <a:xfrm>
            <a:off x="0" y="0"/>
            <a:ext cx="5185458" cy="6858000"/>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hasCustomPrompt="1"/>
          </p:nvPr>
        </p:nvSpPr>
        <p:spPr>
          <a:xfrm>
            <a:off x="677334" y="694944"/>
            <a:ext cx="3789177" cy="4572000"/>
          </a:xfrm>
        </p:spPr>
        <p:txBody>
          <a:bodyPr lIns="0" tIns="0" rIns="0" bIns="0">
            <a:noAutofit/>
          </a:bodyPr>
          <a:lstStyle>
            <a:lvl1pPr>
              <a:lnSpc>
                <a:spcPts val="4500"/>
              </a:lnSpc>
              <a:defRPr sz="4000"/>
            </a:lvl1pPr>
          </a:lstStyle>
          <a:p>
            <a:r>
              <a:rPr lang="en-US" dirty="0"/>
              <a:t>Click to add title</a:t>
            </a:r>
          </a:p>
        </p:txBody>
      </p:sp>
      <p:sp>
        <p:nvSpPr>
          <p:cNvPr id="8" name="Slide Number Placeholder 7">
            <a:extLst>
              <a:ext uri="{FF2B5EF4-FFF2-40B4-BE49-F238E27FC236}">
                <a16:creationId xmlns:a16="http://schemas.microsoft.com/office/drawing/2014/main" id="{E6FD763C-F852-5912-832E-36897F8724FC}"/>
              </a:ext>
            </a:extLst>
          </p:cNvPr>
          <p:cNvSpPr>
            <a:spLocks noGrp="1"/>
          </p:cNvSpPr>
          <p:nvPr>
            <p:ph type="sldNum" sz="quarter" idx="11"/>
          </p:nvPr>
        </p:nvSpPr>
        <p:spPr/>
        <p:txBody>
          <a:bodyPr/>
          <a:lstStyle/>
          <a:p>
            <a:fld id="{D57F1E4F-1CFF-5643-939E-217C01CDF565}" type="slidenum">
              <a:rPr lang="en-US" smtClean="0"/>
              <a:pPr/>
              <a:t>‹#›</a:t>
            </a:fld>
            <a:endParaRPr lang="en-US" dirty="0"/>
          </a:p>
        </p:txBody>
      </p:sp>
      <p:cxnSp>
        <p:nvCxnSpPr>
          <p:cNvPr id="9" name="Straight Connector 8">
            <a:extLst>
              <a:ext uri="{FF2B5EF4-FFF2-40B4-BE49-F238E27FC236}">
                <a16:creationId xmlns:a16="http://schemas.microsoft.com/office/drawing/2014/main" id="{DCDF790A-BE20-4B91-3E2A-684AF14B98D1}"/>
              </a:ext>
              <a:ext uri="{C183D7F6-B498-43B3-948B-1728B52AA6E4}">
                <adec:decorative xmlns:adec="http://schemas.microsoft.com/office/drawing/2017/decorative" val="1"/>
              </a:ext>
            </a:extLst>
          </p:cNvPr>
          <p:cNvCxnSpPr>
            <a:cxnSpLocks/>
          </p:cNvCxnSpPr>
          <p:nvPr userDrawn="1"/>
        </p:nvCxnSpPr>
        <p:spPr>
          <a:xfrm>
            <a:off x="685800" y="6413944"/>
            <a:ext cx="10820399" cy="0"/>
          </a:xfrm>
          <a:prstGeom prst="line">
            <a:avLst/>
          </a:prstGeom>
          <a:ln w="19050">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3" name="Date Placeholder 2">
            <a:extLst>
              <a:ext uri="{FF2B5EF4-FFF2-40B4-BE49-F238E27FC236}">
                <a16:creationId xmlns:a16="http://schemas.microsoft.com/office/drawing/2014/main" id="{675CBD89-63D9-CB44-E4AE-7915C4D78502}"/>
              </a:ext>
            </a:extLst>
          </p:cNvPr>
          <p:cNvSpPr>
            <a:spLocks noGrp="1"/>
          </p:cNvSpPr>
          <p:nvPr>
            <p:ph type="dt" sz="half" idx="12"/>
          </p:nvPr>
        </p:nvSpPr>
        <p:spPr/>
        <p:txBody>
          <a:bodyPr/>
          <a:lstStyle/>
          <a:p>
            <a:fld id="{88FD4BCE-35F6-425E-BEE7-07902E8BBFFC}" type="datetimeFigureOut">
              <a:rPr lang="en-US" smtClean="0"/>
              <a:pPr/>
              <a:t>5/21/2026</a:t>
            </a:fld>
            <a:endParaRPr lang="en-US" dirty="0"/>
          </a:p>
        </p:txBody>
      </p:sp>
      <p:sp>
        <p:nvSpPr>
          <p:cNvPr id="5" name="Footer Placeholder 4">
            <a:extLst>
              <a:ext uri="{FF2B5EF4-FFF2-40B4-BE49-F238E27FC236}">
                <a16:creationId xmlns:a16="http://schemas.microsoft.com/office/drawing/2014/main" id="{D48E4793-C529-931D-7D27-4D1661042409}"/>
              </a:ext>
            </a:extLst>
          </p:cNvPr>
          <p:cNvSpPr>
            <a:spLocks noGrp="1"/>
          </p:cNvSpPr>
          <p:nvPr>
            <p:ph type="ftr" sz="quarter" idx="13"/>
          </p:nvPr>
        </p:nvSpPr>
        <p:spPr/>
        <p:txBody>
          <a:bodyPr/>
          <a:lstStyle/>
          <a:p>
            <a:endParaRPr lang="en-US" dirty="0"/>
          </a:p>
        </p:txBody>
      </p:sp>
    </p:spTree>
    <p:extLst>
      <p:ext uri="{BB962C8B-B14F-4D97-AF65-F5344CB8AC3E}">
        <p14:creationId xmlns:p14="http://schemas.microsoft.com/office/powerpoint/2010/main" val="19139688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77334" y="694946"/>
            <a:ext cx="3793387" cy="2734054"/>
          </a:xfrm>
          <a:prstGeom prst="rect">
            <a:avLst/>
          </a:prstGeom>
        </p:spPr>
        <p:txBody>
          <a:bodyPr vert="horz" lIns="0" tIns="0" rIns="0" bIns="0" rtlCol="0" anchor="t">
            <a:noAutofit/>
          </a:bodyPr>
          <a:lstStyle/>
          <a:p>
            <a:r>
              <a:rPr lang="en-US"/>
              <a:t>Click to edit Master title style</a:t>
            </a:r>
            <a:endParaRPr lang="en-US" dirty="0"/>
          </a:p>
        </p:txBody>
      </p:sp>
      <p:sp>
        <p:nvSpPr>
          <p:cNvPr id="3" name="Text Placeholder 2"/>
          <p:cNvSpPr>
            <a:spLocks noGrp="1"/>
          </p:cNvSpPr>
          <p:nvPr>
            <p:ph type="body" idx="1"/>
          </p:nvPr>
        </p:nvSpPr>
        <p:spPr>
          <a:xfrm>
            <a:off x="5571744" y="1926775"/>
            <a:ext cx="5862526" cy="4236279"/>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Slide Number Placeholder 5"/>
          <p:cNvSpPr>
            <a:spLocks noGrp="1"/>
          </p:cNvSpPr>
          <p:nvPr>
            <p:ph type="sldNum" sz="quarter" idx="4"/>
          </p:nvPr>
        </p:nvSpPr>
        <p:spPr>
          <a:xfrm>
            <a:off x="685800" y="5943600"/>
            <a:ext cx="365760" cy="365760"/>
          </a:xfrm>
          <a:prstGeom prst="ellipse">
            <a:avLst/>
          </a:prstGeom>
          <a:solidFill>
            <a:schemeClr val="accent1">
              <a:lumMod val="40000"/>
              <a:lumOff val="60000"/>
            </a:schemeClr>
          </a:solidFill>
        </p:spPr>
        <p:txBody>
          <a:bodyPr vert="horz" lIns="0" tIns="0" rIns="0" bIns="0" rtlCol="0" anchor="ctr" anchorCtr="0"/>
          <a:lstStyle>
            <a:lvl1pPr algn="ctr">
              <a:defRPr sz="1000" b="1">
                <a:solidFill>
                  <a:schemeClr val="tx1">
                    <a:lumMod val="85000"/>
                    <a:lumOff val="15000"/>
                  </a:schemeClr>
                </a:solidFill>
              </a:defRPr>
            </a:lvl1pPr>
          </a:lstStyle>
          <a:p>
            <a:fld id="{D57F1E4F-1CFF-5643-939E-217C01CDF565}" type="slidenum">
              <a:rPr lang="en-US" smtClean="0"/>
              <a:pPr/>
              <a:t>‹#›</a:t>
            </a:fld>
            <a:endParaRPr lang="en-US" dirty="0"/>
          </a:p>
        </p:txBody>
      </p:sp>
      <p:grpSp>
        <p:nvGrpSpPr>
          <p:cNvPr id="7" name="Group 6">
            <a:extLst>
              <a:ext uri="{FF2B5EF4-FFF2-40B4-BE49-F238E27FC236}">
                <a16:creationId xmlns:a16="http://schemas.microsoft.com/office/drawing/2014/main" id="{5F71F1EA-20C8-8269-4328-9CFD833A93B4}"/>
              </a:ext>
            </a:extLst>
          </p:cNvPr>
          <p:cNvGrpSpPr/>
          <p:nvPr userDrawn="1"/>
        </p:nvGrpSpPr>
        <p:grpSpPr>
          <a:xfrm>
            <a:off x="10838266" y="752719"/>
            <a:ext cx="602728" cy="596004"/>
            <a:chOff x="11118823" y="513726"/>
            <a:chExt cx="602728" cy="596004"/>
          </a:xfrm>
        </p:grpSpPr>
        <p:cxnSp>
          <p:nvCxnSpPr>
            <p:cNvPr id="8" name="Straight Connector 7">
              <a:extLst>
                <a:ext uri="{FF2B5EF4-FFF2-40B4-BE49-F238E27FC236}">
                  <a16:creationId xmlns:a16="http://schemas.microsoft.com/office/drawing/2014/main" id="{93C92664-11DA-FCCE-2DBA-5940FD85729D}"/>
                </a:ext>
              </a:extLst>
            </p:cNvPr>
            <p:cNvCxnSpPr>
              <a:cxnSpLocks/>
            </p:cNvCxnSpPr>
            <p:nvPr/>
          </p:nvCxnSpPr>
          <p:spPr>
            <a:xfrm>
              <a:off x="11165541" y="513726"/>
              <a:ext cx="549286" cy="0"/>
            </a:xfrm>
            <a:prstGeom prst="line">
              <a:avLst/>
            </a:prstGeom>
            <a:ln w="127000" cap="sq">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96335C2E-70C2-3AA2-D2F6-9837BEB891AF}"/>
                </a:ext>
              </a:extLst>
            </p:cNvPr>
            <p:cNvCxnSpPr>
              <a:cxnSpLocks/>
            </p:cNvCxnSpPr>
            <p:nvPr/>
          </p:nvCxnSpPr>
          <p:spPr>
            <a:xfrm>
              <a:off x="11721551" y="513726"/>
              <a:ext cx="0" cy="544109"/>
            </a:xfrm>
            <a:prstGeom prst="line">
              <a:avLst/>
            </a:prstGeom>
            <a:ln w="127000" cap="sq">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C37E2B3B-D823-D184-ED44-A72BCBB8C1A4}"/>
                </a:ext>
              </a:extLst>
            </p:cNvPr>
            <p:cNvCxnSpPr>
              <a:cxnSpLocks/>
            </p:cNvCxnSpPr>
            <p:nvPr/>
          </p:nvCxnSpPr>
          <p:spPr>
            <a:xfrm flipV="1">
              <a:off x="11118823" y="570368"/>
              <a:ext cx="539362" cy="539362"/>
            </a:xfrm>
            <a:prstGeom prst="line">
              <a:avLst/>
            </a:prstGeom>
            <a:ln w="127000" cap="sq">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grpSp>
      <p:cxnSp>
        <p:nvCxnSpPr>
          <p:cNvPr id="32" name="Straight Connector 31">
            <a:extLst>
              <a:ext uri="{FF2B5EF4-FFF2-40B4-BE49-F238E27FC236}">
                <a16:creationId xmlns:a16="http://schemas.microsoft.com/office/drawing/2014/main" id="{05B05127-A3EE-BCA6-38E9-FEE0E6134EFE}"/>
              </a:ext>
            </a:extLst>
          </p:cNvPr>
          <p:cNvCxnSpPr>
            <a:cxnSpLocks/>
          </p:cNvCxnSpPr>
          <p:nvPr userDrawn="1"/>
        </p:nvCxnSpPr>
        <p:spPr>
          <a:xfrm>
            <a:off x="685800" y="6413944"/>
            <a:ext cx="3862978" cy="0"/>
          </a:xfrm>
          <a:prstGeom prst="line">
            <a:avLst/>
          </a:prstGeom>
          <a:ln w="19050">
            <a:solidFill>
              <a:schemeClr val="bg2"/>
            </a:solidFill>
          </a:ln>
        </p:spPr>
        <p:style>
          <a:lnRef idx="1">
            <a:schemeClr val="accent1"/>
          </a:lnRef>
          <a:fillRef idx="0">
            <a:schemeClr val="accent1"/>
          </a:fillRef>
          <a:effectRef idx="0">
            <a:schemeClr val="accent1"/>
          </a:effectRef>
          <a:fontRef idx="minor">
            <a:schemeClr val="tx1"/>
          </a:fontRef>
        </p:style>
      </p:cxnSp>
      <p:sp>
        <p:nvSpPr>
          <p:cNvPr id="4" name="Date Placeholder 3">
            <a:extLst>
              <a:ext uri="{FF2B5EF4-FFF2-40B4-BE49-F238E27FC236}">
                <a16:creationId xmlns:a16="http://schemas.microsoft.com/office/drawing/2014/main" id="{201E98D2-F38D-1ACF-2990-1F02733759A1}"/>
              </a:ext>
            </a:extLst>
          </p:cNvPr>
          <p:cNvSpPr>
            <a:spLocks noGrp="1"/>
          </p:cNvSpPr>
          <p:nvPr>
            <p:ph type="dt" sz="half" idx="2"/>
          </p:nvPr>
        </p:nvSpPr>
        <p:spPr>
          <a:xfrm>
            <a:off x="8691070" y="6356350"/>
            <a:ext cx="2743200" cy="365125"/>
          </a:xfrm>
          <a:prstGeom prst="rect">
            <a:avLst/>
          </a:prstGeom>
        </p:spPr>
        <p:txBody>
          <a:bodyPr vert="horz" lIns="91440" tIns="45720" rIns="91440" bIns="45720" rtlCol="0" anchor="ctr"/>
          <a:lstStyle>
            <a:lvl1pPr algn="r">
              <a:defRPr sz="1000">
                <a:solidFill>
                  <a:schemeClr val="tx1">
                    <a:tint val="82000"/>
                  </a:schemeClr>
                </a:solidFill>
              </a:defRPr>
            </a:lvl1pPr>
          </a:lstStyle>
          <a:p>
            <a:fld id="{88FD4BCE-35F6-425E-BEE7-07902E8BBFFC}" type="datetimeFigureOut">
              <a:rPr lang="en-US" smtClean="0"/>
              <a:pPr/>
              <a:t>5/21/2026</a:t>
            </a:fld>
            <a:endParaRPr lang="en-US" dirty="0"/>
          </a:p>
        </p:txBody>
      </p:sp>
      <p:sp>
        <p:nvSpPr>
          <p:cNvPr id="5" name="Footer Placeholder 4">
            <a:extLst>
              <a:ext uri="{FF2B5EF4-FFF2-40B4-BE49-F238E27FC236}">
                <a16:creationId xmlns:a16="http://schemas.microsoft.com/office/drawing/2014/main" id="{C29DE75F-DF1E-1625-34E8-3AEB1503F9C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000">
                <a:solidFill>
                  <a:schemeClr val="tx1">
                    <a:tint val="82000"/>
                  </a:schemeClr>
                </a:solidFill>
              </a:defRPr>
            </a:lvl1pPr>
          </a:lstStyle>
          <a:p>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93" r:id="rId2"/>
    <p:sldLayoutId id="2147483669" r:id="rId3"/>
    <p:sldLayoutId id="2147483668" r:id="rId4"/>
    <p:sldLayoutId id="2147483689" r:id="rId5"/>
    <p:sldLayoutId id="2147483690" r:id="rId6"/>
    <p:sldLayoutId id="2147483691" r:id="rId7"/>
    <p:sldLayoutId id="2147483694" r:id="rId8"/>
    <p:sldLayoutId id="2147483695" r:id="rId9"/>
    <p:sldLayoutId id="2147483670" r:id="rId10"/>
    <p:sldLayoutId id="2147483696" r:id="rId11"/>
    <p:sldLayoutId id="2147483678" r:id="rId12"/>
    <p:sldLayoutId id="2147483677" r:id="rId13"/>
    <p:sldLayoutId id="2147483671" r:id="rId14"/>
  </p:sldLayoutIdLst>
  <p:hf sldNum="0" hdr="0" ftr="0" dt="0"/>
  <p:txStyles>
    <p:titleStyle>
      <a:lvl1pPr algn="l" defTabSz="457200" rtl="0" eaLnBrk="1" latinLnBrk="0" hangingPunct="1">
        <a:lnSpc>
          <a:spcPts val="4500"/>
        </a:lnSpc>
        <a:spcBef>
          <a:spcPct val="0"/>
        </a:spcBef>
        <a:buNone/>
        <a:defRPr sz="4000" b="1"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tx1">
            <a:lumMod val="85000"/>
            <a:lumOff val="15000"/>
          </a:schemeClr>
        </a:buClr>
        <a:buSzPct val="80000"/>
        <a:buFont typeface="Wingdings 3" charset="2"/>
        <a:buChar char=""/>
        <a:defRPr sz="1800" kern="1200">
          <a:solidFill>
            <a:schemeClr val="tx1">
              <a:lumMod val="85000"/>
              <a:lumOff val="15000"/>
            </a:schemeClr>
          </a:solidFill>
          <a:latin typeface="+mn-lt"/>
          <a:ea typeface="+mn-ea"/>
          <a:cs typeface="+mn-cs"/>
        </a:defRPr>
      </a:lvl1pPr>
      <a:lvl2pPr marL="742950" indent="-285750" algn="l" defTabSz="457200" rtl="0" eaLnBrk="1" latinLnBrk="0" hangingPunct="1">
        <a:spcBef>
          <a:spcPts val="1000"/>
        </a:spcBef>
        <a:spcAft>
          <a:spcPts val="0"/>
        </a:spcAft>
        <a:buClr>
          <a:schemeClr val="tx1">
            <a:lumMod val="85000"/>
            <a:lumOff val="15000"/>
          </a:schemeClr>
        </a:buClr>
        <a:buSzPct val="80000"/>
        <a:buFont typeface="Wingdings 3" charset="2"/>
        <a:buChar char=""/>
        <a:defRPr sz="1600" kern="1200">
          <a:solidFill>
            <a:schemeClr val="tx1">
              <a:lumMod val="85000"/>
              <a:lumOff val="15000"/>
            </a:schemeClr>
          </a:solidFill>
          <a:latin typeface="+mn-lt"/>
          <a:ea typeface="+mn-ea"/>
          <a:cs typeface="+mn-cs"/>
        </a:defRPr>
      </a:lvl2pPr>
      <a:lvl3pPr marL="1143000" indent="-228600" algn="l" defTabSz="457200" rtl="0" eaLnBrk="1" latinLnBrk="0" hangingPunct="1">
        <a:spcBef>
          <a:spcPts val="1000"/>
        </a:spcBef>
        <a:spcAft>
          <a:spcPts val="0"/>
        </a:spcAft>
        <a:buClr>
          <a:schemeClr val="tx1">
            <a:lumMod val="85000"/>
            <a:lumOff val="15000"/>
          </a:schemeClr>
        </a:buClr>
        <a:buSzPct val="80000"/>
        <a:buFont typeface="Wingdings 3" charset="2"/>
        <a:buChar char=""/>
        <a:defRPr sz="1400" kern="1200">
          <a:solidFill>
            <a:schemeClr val="tx1">
              <a:lumMod val="85000"/>
              <a:lumOff val="15000"/>
            </a:schemeClr>
          </a:solidFill>
          <a:latin typeface="+mn-lt"/>
          <a:ea typeface="+mn-ea"/>
          <a:cs typeface="+mn-cs"/>
        </a:defRPr>
      </a:lvl3pPr>
      <a:lvl4pPr marL="1600200" indent="-228600" algn="l" defTabSz="457200" rtl="0" eaLnBrk="1" latinLnBrk="0" hangingPunct="1">
        <a:spcBef>
          <a:spcPts val="1000"/>
        </a:spcBef>
        <a:spcAft>
          <a:spcPts val="0"/>
        </a:spcAft>
        <a:buClr>
          <a:schemeClr val="tx1">
            <a:lumMod val="85000"/>
            <a:lumOff val="15000"/>
          </a:schemeClr>
        </a:buClr>
        <a:buSzPct val="80000"/>
        <a:buFont typeface="Wingdings 3" charset="2"/>
        <a:buChar char=""/>
        <a:defRPr sz="1200" kern="1200">
          <a:solidFill>
            <a:schemeClr val="tx1">
              <a:lumMod val="85000"/>
              <a:lumOff val="15000"/>
            </a:schemeClr>
          </a:solidFill>
          <a:latin typeface="+mn-lt"/>
          <a:ea typeface="+mn-ea"/>
          <a:cs typeface="+mn-cs"/>
        </a:defRPr>
      </a:lvl4pPr>
      <a:lvl5pPr marL="2057400" indent="-228600" algn="l" defTabSz="457200" rtl="0" eaLnBrk="1" latinLnBrk="0" hangingPunct="1">
        <a:spcBef>
          <a:spcPts val="1000"/>
        </a:spcBef>
        <a:spcAft>
          <a:spcPts val="0"/>
        </a:spcAft>
        <a:buClr>
          <a:schemeClr val="tx1">
            <a:lumMod val="85000"/>
            <a:lumOff val="15000"/>
          </a:schemeClr>
        </a:buClr>
        <a:buSzPct val="80000"/>
        <a:buFont typeface="Wingdings 3" charset="2"/>
        <a:buChar char=""/>
        <a:defRPr sz="1200" kern="1200">
          <a:solidFill>
            <a:schemeClr val="tx1">
              <a:lumMod val="85000"/>
              <a:lumOff val="1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6.xml"/><Relationship Id="rId1" Type="http://schemas.openxmlformats.org/officeDocument/2006/relationships/slideLayout" Target="../slideLayouts/slideLayout6.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microsoft.com/office/2007/relationships/hdphoto" Target="../media/hdphoto1.wdp"/></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1.xml"/><Relationship Id="rId4" Type="http://schemas.microsoft.com/office/2007/relationships/hdphoto" Target="../media/hdphoto2.wdp"/></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2F14DB-AE04-43EA-0022-86BA29BBD1F8}"/>
              </a:ext>
            </a:extLst>
          </p:cNvPr>
          <p:cNvSpPr>
            <a:spLocks noGrp="1"/>
          </p:cNvSpPr>
          <p:nvPr>
            <p:ph type="ctrTitle"/>
          </p:nvPr>
        </p:nvSpPr>
        <p:spPr>
          <a:xfrm>
            <a:off x="685799" y="685799"/>
            <a:ext cx="10058397" cy="4572000"/>
          </a:xfrm>
        </p:spPr>
        <p:txBody>
          <a:bodyPr/>
          <a:lstStyle/>
          <a:p>
            <a:r>
              <a:rPr lang="en-US" dirty="0"/>
              <a:t>Smart Waste Bin</a:t>
            </a:r>
            <a:br>
              <a:rPr lang="en-US" sz="5000" dirty="0"/>
            </a:br>
            <a:r>
              <a:rPr lang="en-US" sz="5000" dirty="0"/>
              <a:t>ECE-CK801</a:t>
            </a:r>
          </a:p>
        </p:txBody>
      </p:sp>
      <p:sp>
        <p:nvSpPr>
          <p:cNvPr id="3" name="TextBox 2">
            <a:extLst>
              <a:ext uri="{FF2B5EF4-FFF2-40B4-BE49-F238E27FC236}">
                <a16:creationId xmlns:a16="http://schemas.microsoft.com/office/drawing/2014/main" id="{401CFB10-4BED-44C0-61EE-7F3CAAE99FCB}"/>
              </a:ext>
            </a:extLst>
          </p:cNvPr>
          <p:cNvSpPr txBox="1"/>
          <p:nvPr/>
        </p:nvSpPr>
        <p:spPr>
          <a:xfrm>
            <a:off x="822957" y="3438143"/>
            <a:ext cx="7040880" cy="1015663"/>
          </a:xfrm>
          <a:prstGeom prst="rect">
            <a:avLst/>
          </a:prstGeom>
          <a:noFill/>
        </p:spPr>
        <p:txBody>
          <a:bodyPr wrap="square" rtlCol="0">
            <a:spAutoFit/>
          </a:bodyPr>
          <a:lstStyle/>
          <a:p>
            <a:r>
              <a:rPr lang="en-US" sz="2000" dirty="0"/>
              <a:t>Name 1</a:t>
            </a:r>
          </a:p>
          <a:p>
            <a:r>
              <a:rPr lang="en-US" sz="2000" dirty="0"/>
              <a:t>Name 2</a:t>
            </a:r>
          </a:p>
          <a:p>
            <a:r>
              <a:rPr lang="en-US" sz="2000" dirty="0"/>
              <a:t>Name 3</a:t>
            </a:r>
            <a:endParaRPr lang="en-GB" sz="2000" dirty="0"/>
          </a:p>
        </p:txBody>
      </p:sp>
      <p:sp>
        <p:nvSpPr>
          <p:cNvPr id="4" name="Rectangle 3">
            <a:extLst>
              <a:ext uri="{FF2B5EF4-FFF2-40B4-BE49-F238E27FC236}">
                <a16:creationId xmlns:a16="http://schemas.microsoft.com/office/drawing/2014/main" id="{544A88D6-41BB-4B10-DD6D-A9826D5EEE5C}"/>
              </a:ext>
            </a:extLst>
          </p:cNvPr>
          <p:cNvSpPr/>
          <p:nvPr/>
        </p:nvSpPr>
        <p:spPr>
          <a:xfrm>
            <a:off x="5969202" y="3244334"/>
            <a:ext cx="322524" cy="369332"/>
          </a:xfrm>
          <a:prstGeom prst="rect">
            <a:avLst/>
          </a:prstGeom>
        </p:spPr>
        <p:txBody>
          <a:bodyPr wrap="none">
            <a:spAutoFit/>
          </a:bodyPr>
          <a:lstStyle/>
          <a:p>
            <a:r>
              <a:rPr lang="en-GB" dirty="0"/>
              <a:t>  </a:t>
            </a:r>
          </a:p>
        </p:txBody>
      </p:sp>
    </p:spTree>
    <p:extLst>
      <p:ext uri="{BB962C8B-B14F-4D97-AF65-F5344CB8AC3E}">
        <p14:creationId xmlns:p14="http://schemas.microsoft.com/office/powerpoint/2010/main" val="19786930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7648F2-D2C6-2AC5-DB3B-C7AB67FC8A33}"/>
              </a:ext>
            </a:extLst>
          </p:cNvPr>
          <p:cNvSpPr>
            <a:spLocks noGrp="1"/>
          </p:cNvSpPr>
          <p:nvPr>
            <p:ph type="title"/>
          </p:nvPr>
        </p:nvSpPr>
        <p:spPr>
          <a:xfrm>
            <a:off x="677334" y="694944"/>
            <a:ext cx="3789177" cy="4572000"/>
          </a:xfrm>
        </p:spPr>
        <p:txBody>
          <a:bodyPr/>
          <a:lstStyle/>
          <a:p>
            <a:r>
              <a:rPr lang="en-US" dirty="0"/>
              <a:t>Project </a:t>
            </a:r>
            <a:br>
              <a:rPr lang="en-US" dirty="0"/>
            </a:br>
            <a:r>
              <a:rPr lang="en-US" dirty="0"/>
              <a:t>Overview</a:t>
            </a:r>
          </a:p>
        </p:txBody>
      </p:sp>
      <p:sp>
        <p:nvSpPr>
          <p:cNvPr id="5" name="Content Placeholder 4">
            <a:extLst>
              <a:ext uri="{FF2B5EF4-FFF2-40B4-BE49-F238E27FC236}">
                <a16:creationId xmlns:a16="http://schemas.microsoft.com/office/drawing/2014/main" id="{E7FA86E3-B05F-1FAF-FE02-9EF319E0708B}"/>
              </a:ext>
            </a:extLst>
          </p:cNvPr>
          <p:cNvSpPr>
            <a:spLocks noGrp="1"/>
          </p:cNvSpPr>
          <p:nvPr>
            <p:ph idx="1"/>
          </p:nvPr>
        </p:nvSpPr>
        <p:spPr>
          <a:xfrm>
            <a:off x="5753101" y="694945"/>
            <a:ext cx="4297680" cy="5468112"/>
          </a:xfrm>
        </p:spPr>
        <p:txBody>
          <a:bodyPr/>
          <a:lstStyle/>
          <a:p>
            <a:r>
              <a:rPr lang="en-US" dirty="0"/>
              <a:t>Containerized Pipeline </a:t>
            </a:r>
          </a:p>
          <a:p>
            <a:r>
              <a:rPr lang="en-US" dirty="0"/>
              <a:t>MQTT Communication</a:t>
            </a:r>
          </a:p>
          <a:p>
            <a:r>
              <a:rPr lang="en-US" dirty="0"/>
              <a:t>Semantic model</a:t>
            </a:r>
          </a:p>
          <a:p>
            <a:r>
              <a:rPr lang="en-US" dirty="0"/>
              <a:t>REST + ASYNCAPI</a:t>
            </a:r>
          </a:p>
          <a:p>
            <a:r>
              <a:rPr lang="en-US" dirty="0"/>
              <a:t>Virtual Sensors, Home Assistant and Low Code Platforms</a:t>
            </a:r>
          </a:p>
        </p:txBody>
      </p:sp>
    </p:spTree>
    <p:extLst>
      <p:ext uri="{BB962C8B-B14F-4D97-AF65-F5344CB8AC3E}">
        <p14:creationId xmlns:p14="http://schemas.microsoft.com/office/powerpoint/2010/main" val="375926148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C65CC0-8736-1DCB-1F83-598FE73C1B55}"/>
              </a:ext>
            </a:extLst>
          </p:cNvPr>
          <p:cNvSpPr>
            <a:spLocks noGrp="1"/>
          </p:cNvSpPr>
          <p:nvPr>
            <p:ph type="ctrTitle"/>
          </p:nvPr>
        </p:nvSpPr>
        <p:spPr>
          <a:xfrm>
            <a:off x="685799" y="685798"/>
            <a:ext cx="10058400" cy="4572000"/>
          </a:xfrm>
        </p:spPr>
        <p:txBody>
          <a:bodyPr/>
          <a:lstStyle/>
          <a:p>
            <a:r>
              <a:rPr lang="en-US" sz="6000" dirty="0"/>
              <a:t>Containerized Pipeline and MQTT Communication</a:t>
            </a:r>
          </a:p>
        </p:txBody>
      </p:sp>
      <p:sp>
        <p:nvSpPr>
          <p:cNvPr id="3" name="Subtitle 2">
            <a:extLst>
              <a:ext uri="{FF2B5EF4-FFF2-40B4-BE49-F238E27FC236}">
                <a16:creationId xmlns:a16="http://schemas.microsoft.com/office/drawing/2014/main" id="{6929E63A-62C3-DAC1-F330-50C1CC40C095}"/>
              </a:ext>
            </a:extLst>
          </p:cNvPr>
          <p:cNvSpPr>
            <a:spLocks noGrp="1"/>
          </p:cNvSpPr>
          <p:nvPr>
            <p:ph type="subTitle" idx="1"/>
          </p:nvPr>
        </p:nvSpPr>
        <p:spPr>
          <a:xfrm>
            <a:off x="685799" y="5267956"/>
            <a:ext cx="10058400" cy="914400"/>
          </a:xfrm>
        </p:spPr>
        <p:txBody>
          <a:bodyPr>
            <a:normAutofit/>
          </a:bodyPr>
          <a:lstStyle/>
          <a:p>
            <a:r>
              <a:rPr lang="en-US" dirty="0"/>
              <a:t>Navigating the future</a:t>
            </a:r>
          </a:p>
        </p:txBody>
      </p:sp>
    </p:spTree>
    <p:extLst>
      <p:ext uri="{BB962C8B-B14F-4D97-AF65-F5344CB8AC3E}">
        <p14:creationId xmlns:p14="http://schemas.microsoft.com/office/powerpoint/2010/main" val="11883219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5F5E3-2B1C-7C0A-8581-67A9052D13AA}"/>
              </a:ext>
            </a:extLst>
          </p:cNvPr>
          <p:cNvSpPr>
            <a:spLocks noGrp="1"/>
          </p:cNvSpPr>
          <p:nvPr>
            <p:ph type="title"/>
          </p:nvPr>
        </p:nvSpPr>
        <p:spPr>
          <a:xfrm>
            <a:off x="677334" y="694944"/>
            <a:ext cx="3789177" cy="4572000"/>
          </a:xfrm>
          <a:noFill/>
        </p:spPr>
        <p:txBody>
          <a:bodyPr>
            <a:noAutofit/>
          </a:bodyPr>
          <a:lstStyle/>
          <a:p>
            <a:r>
              <a:rPr lang="en-US" dirty="0"/>
              <a:t>Project Layout</a:t>
            </a:r>
          </a:p>
        </p:txBody>
      </p:sp>
      <p:sp>
        <p:nvSpPr>
          <p:cNvPr id="3" name="Content Placeholder 2">
            <a:extLst>
              <a:ext uri="{FF2B5EF4-FFF2-40B4-BE49-F238E27FC236}">
                <a16:creationId xmlns:a16="http://schemas.microsoft.com/office/drawing/2014/main" id="{A6A33159-D030-2F82-A142-F75940728319}"/>
              </a:ext>
            </a:extLst>
          </p:cNvPr>
          <p:cNvSpPr>
            <a:spLocks noGrp="1"/>
          </p:cNvSpPr>
          <p:nvPr>
            <p:ph idx="1"/>
          </p:nvPr>
        </p:nvSpPr>
        <p:spPr>
          <a:xfrm>
            <a:off x="5753101" y="694945"/>
            <a:ext cx="4572000" cy="5468112"/>
          </a:xfrm>
          <a:noFill/>
        </p:spPr>
        <p:txBody>
          <a:bodyPr>
            <a:normAutofit/>
          </a:bodyPr>
          <a:lstStyle/>
          <a:p>
            <a:endParaRPr lang="en-US" dirty="0"/>
          </a:p>
        </p:txBody>
      </p:sp>
    </p:spTree>
    <p:extLst>
      <p:ext uri="{BB962C8B-B14F-4D97-AF65-F5344CB8AC3E}">
        <p14:creationId xmlns:p14="http://schemas.microsoft.com/office/powerpoint/2010/main" val="36666746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FDD6A8-6FA8-F972-AAD2-741B9BF2C81A}"/>
              </a:ext>
            </a:extLst>
          </p:cNvPr>
          <p:cNvSpPr>
            <a:spLocks noGrp="1"/>
          </p:cNvSpPr>
          <p:nvPr>
            <p:ph type="ctrTitle"/>
          </p:nvPr>
        </p:nvSpPr>
        <p:spPr>
          <a:xfrm>
            <a:off x="2283137" y="400925"/>
            <a:ext cx="8913947" cy="4061745"/>
          </a:xfrm>
        </p:spPr>
        <p:txBody>
          <a:bodyPr anchor="b" anchorCtr="0"/>
          <a:lstStyle/>
          <a:p>
            <a:r>
              <a:rPr lang="en-US" dirty="0"/>
              <a:t>Market Expansion</a:t>
            </a:r>
          </a:p>
        </p:txBody>
      </p:sp>
      <p:sp>
        <p:nvSpPr>
          <p:cNvPr id="3" name="Subtitle 2">
            <a:extLst>
              <a:ext uri="{FF2B5EF4-FFF2-40B4-BE49-F238E27FC236}">
                <a16:creationId xmlns:a16="http://schemas.microsoft.com/office/drawing/2014/main" id="{CEEC6127-908D-01C6-5422-BC2838C6323F}"/>
              </a:ext>
            </a:extLst>
          </p:cNvPr>
          <p:cNvSpPr>
            <a:spLocks noGrp="1"/>
          </p:cNvSpPr>
          <p:nvPr>
            <p:ph type="subTitle" idx="1"/>
          </p:nvPr>
        </p:nvSpPr>
        <p:spPr>
          <a:xfrm>
            <a:off x="2283140" y="4519311"/>
            <a:ext cx="8913949" cy="1657202"/>
          </a:xfrm>
        </p:spPr>
        <p:txBody>
          <a:bodyPr anchor="t" anchorCtr="0">
            <a:normAutofit/>
          </a:bodyPr>
          <a:lstStyle/>
          <a:p>
            <a:r>
              <a:rPr lang="en-US" dirty="0"/>
              <a:t>Unlocking new horizons</a:t>
            </a:r>
          </a:p>
        </p:txBody>
      </p:sp>
      <p:pic>
        <p:nvPicPr>
          <p:cNvPr id="22" name="Picture Placeholder 21" descr="A person typing on a computer">
            <a:extLst>
              <a:ext uri="{FF2B5EF4-FFF2-40B4-BE49-F238E27FC236}">
                <a16:creationId xmlns:a16="http://schemas.microsoft.com/office/drawing/2014/main" id="{BB5EA285-56AA-74C5-2380-BA7A6930FA7F}"/>
              </a:ext>
            </a:extLst>
          </p:cNvPr>
          <p:cNvPicPr>
            <a:picLocks noGrp="1" noChangeAspect="1"/>
          </p:cNvPicPr>
          <p:nvPr>
            <p:ph type="pic" sz="quarter" idx="10"/>
          </p:nvPr>
        </p:nvPicPr>
        <p:blipFill>
          <a:blip r:embed="rId3">
            <a:duotone>
              <a:schemeClr val="accent1">
                <a:shade val="45000"/>
                <a:satMod val="135000"/>
              </a:schemeClr>
              <a:prstClr val="white"/>
            </a:duotone>
          </a:blip>
          <a:srcRect l="41445" r="41445"/>
          <a:stretch/>
        </p:blipFill>
        <p:spPr>
          <a:xfrm>
            <a:off x="2" y="972878"/>
            <a:ext cx="1264455" cy="4926287"/>
          </a:xfrm>
        </p:spPr>
      </p:pic>
    </p:spTree>
    <p:extLst>
      <p:ext uri="{BB962C8B-B14F-4D97-AF65-F5344CB8AC3E}">
        <p14:creationId xmlns:p14="http://schemas.microsoft.com/office/powerpoint/2010/main" val="33179297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BAF86FF-CB02-675F-64AB-ECCB58C19040}"/>
              </a:ext>
            </a:extLst>
          </p:cNvPr>
          <p:cNvSpPr>
            <a:spLocks noGrp="1"/>
          </p:cNvSpPr>
          <p:nvPr>
            <p:ph type="title"/>
          </p:nvPr>
        </p:nvSpPr>
        <p:spPr>
          <a:xfrm>
            <a:off x="677334" y="694944"/>
            <a:ext cx="3931919" cy="2763442"/>
          </a:xfrm>
        </p:spPr>
        <p:txBody>
          <a:bodyPr/>
          <a:lstStyle/>
          <a:p>
            <a:r>
              <a:rPr lang="en-US" dirty="0"/>
              <a:t>Product launch</a:t>
            </a:r>
          </a:p>
        </p:txBody>
      </p:sp>
      <p:sp>
        <p:nvSpPr>
          <p:cNvPr id="5" name="Subtitle 4">
            <a:extLst>
              <a:ext uri="{FF2B5EF4-FFF2-40B4-BE49-F238E27FC236}">
                <a16:creationId xmlns:a16="http://schemas.microsoft.com/office/drawing/2014/main" id="{2944C77A-F0DD-CB80-032E-5BD0B24FED0C}"/>
              </a:ext>
            </a:extLst>
          </p:cNvPr>
          <p:cNvSpPr>
            <a:spLocks noGrp="1"/>
          </p:cNvSpPr>
          <p:nvPr>
            <p:ph type="subTitle" idx="12"/>
          </p:nvPr>
        </p:nvSpPr>
        <p:spPr>
          <a:xfrm>
            <a:off x="5753101" y="694944"/>
            <a:ext cx="4805362" cy="1211575"/>
          </a:xfrm>
        </p:spPr>
        <p:txBody>
          <a:bodyPr/>
          <a:lstStyle/>
          <a:p>
            <a:r>
              <a:rPr lang="en-US" dirty="0"/>
              <a:t>Product launch timeline</a:t>
            </a:r>
          </a:p>
        </p:txBody>
      </p:sp>
      <p:sp>
        <p:nvSpPr>
          <p:cNvPr id="2" name="Content Placeholder 1">
            <a:extLst>
              <a:ext uri="{FF2B5EF4-FFF2-40B4-BE49-F238E27FC236}">
                <a16:creationId xmlns:a16="http://schemas.microsoft.com/office/drawing/2014/main" id="{DA01336A-D65B-D2B1-839C-062AC3C4AC42}"/>
              </a:ext>
            </a:extLst>
          </p:cNvPr>
          <p:cNvSpPr>
            <a:spLocks noGrp="1"/>
          </p:cNvSpPr>
          <p:nvPr>
            <p:ph idx="14"/>
          </p:nvPr>
        </p:nvSpPr>
        <p:spPr>
          <a:xfrm>
            <a:off x="677333" y="3607903"/>
            <a:ext cx="3931920" cy="2572122"/>
          </a:xfrm>
        </p:spPr>
        <p:txBody>
          <a:bodyPr>
            <a:normAutofit/>
          </a:bodyPr>
          <a:lstStyle/>
          <a:p>
            <a:r>
              <a:rPr lang="en-US" dirty="0"/>
              <a:t>Currently gearing up for a ground-breaking launch </a:t>
            </a:r>
          </a:p>
          <a:p>
            <a:r>
              <a:rPr lang="en-US" dirty="0"/>
              <a:t>Our new offerings will captivate the market</a:t>
            </a:r>
          </a:p>
          <a:p>
            <a:r>
              <a:rPr lang="en-US" dirty="0"/>
              <a:t>Our marketing campaign will generate anticipation</a:t>
            </a:r>
          </a:p>
        </p:txBody>
      </p:sp>
      <p:graphicFrame>
        <p:nvGraphicFramePr>
          <p:cNvPr id="6" name="Content Placeholder 5" descr="A timeline of the product launch">
            <a:extLst>
              <a:ext uri="{FF2B5EF4-FFF2-40B4-BE49-F238E27FC236}">
                <a16:creationId xmlns:a16="http://schemas.microsoft.com/office/drawing/2014/main" id="{8327A36D-380B-3DEE-7048-3146D87FC20F}"/>
              </a:ext>
            </a:extLst>
          </p:cNvPr>
          <p:cNvGraphicFramePr>
            <a:graphicFrameLocks noGrp="1"/>
          </p:cNvGraphicFramePr>
          <p:nvPr>
            <p:ph idx="1"/>
            <p:extLst>
              <p:ext uri="{D42A27DB-BD31-4B8C-83A1-F6EECF244321}">
                <p14:modId xmlns:p14="http://schemas.microsoft.com/office/powerpoint/2010/main" val="667011556"/>
              </p:ext>
            </p:extLst>
          </p:nvPr>
        </p:nvGraphicFramePr>
        <p:xfrm>
          <a:off x="5753100" y="2157413"/>
          <a:ext cx="5753100" cy="400526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9602209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539E868-C38F-BE6F-C489-F81E4EA421B8}"/>
              </a:ext>
            </a:extLst>
          </p:cNvPr>
          <p:cNvSpPr>
            <a:spLocks noGrp="1"/>
          </p:cNvSpPr>
          <p:nvPr>
            <p:ph type="title"/>
          </p:nvPr>
        </p:nvSpPr>
        <p:spPr>
          <a:xfrm>
            <a:off x="677334" y="694944"/>
            <a:ext cx="5880629" cy="1690444"/>
          </a:xfrm>
        </p:spPr>
        <p:txBody>
          <a:bodyPr/>
          <a:lstStyle/>
          <a:p>
            <a:r>
              <a:rPr lang="en-US" dirty="0"/>
              <a:t>Marketing strategies</a:t>
            </a:r>
          </a:p>
        </p:txBody>
      </p:sp>
      <p:sp>
        <p:nvSpPr>
          <p:cNvPr id="2" name="Content Placeholder 1">
            <a:extLst>
              <a:ext uri="{FF2B5EF4-FFF2-40B4-BE49-F238E27FC236}">
                <a16:creationId xmlns:a16="http://schemas.microsoft.com/office/drawing/2014/main" id="{4AF53888-D548-07B3-4DD3-A6B963163C0C}"/>
              </a:ext>
            </a:extLst>
          </p:cNvPr>
          <p:cNvSpPr>
            <a:spLocks noGrp="1"/>
          </p:cNvSpPr>
          <p:nvPr>
            <p:ph idx="14"/>
          </p:nvPr>
        </p:nvSpPr>
        <p:spPr>
          <a:xfrm>
            <a:off x="677334" y="2476239"/>
            <a:ext cx="5880629" cy="3237948"/>
          </a:xfrm>
        </p:spPr>
        <p:txBody>
          <a:bodyPr/>
          <a:lstStyle/>
          <a:p>
            <a:r>
              <a:rPr lang="en-US" dirty="0"/>
              <a:t>Implement personalized engagement strategies</a:t>
            </a:r>
          </a:p>
          <a:p>
            <a:r>
              <a:rPr lang="en-US" dirty="0"/>
              <a:t>Tailor campaigns to resonate with specific demographics, fostering a sense of relevance and connection</a:t>
            </a:r>
          </a:p>
          <a:p>
            <a:r>
              <a:rPr lang="en-US" dirty="0"/>
              <a:t>Collaborate with influencers and thought leaders to amplify our brand message</a:t>
            </a:r>
          </a:p>
          <a:p>
            <a:endParaRPr lang="en-US" dirty="0"/>
          </a:p>
        </p:txBody>
      </p:sp>
      <p:pic>
        <p:nvPicPr>
          <p:cNvPr id="11" name="Picture Placeholder 10" descr="A person writing on a glass board">
            <a:extLst>
              <a:ext uri="{FF2B5EF4-FFF2-40B4-BE49-F238E27FC236}">
                <a16:creationId xmlns:a16="http://schemas.microsoft.com/office/drawing/2014/main" id="{D78464A7-BA23-769A-56AD-2AE7CBC9CF8B}"/>
              </a:ext>
            </a:extLst>
          </p:cNvPr>
          <p:cNvPicPr>
            <a:picLocks noGrp="1" noChangeAspect="1"/>
          </p:cNvPicPr>
          <p:nvPr>
            <p:ph type="pic" sz="quarter" idx="15"/>
          </p:nvPr>
        </p:nvPicPr>
        <p:blipFill>
          <a:blip r:embed="rId3">
            <a:duotone>
              <a:schemeClr val="accent1">
                <a:shade val="45000"/>
                <a:satMod val="135000"/>
              </a:schemeClr>
              <a:prstClr val="white"/>
            </a:duotone>
            <a:extLst>
              <a:ext uri="{BEBA8EAE-BF5A-486C-A8C5-ECC9F3942E4B}">
                <a14:imgProps xmlns:a14="http://schemas.microsoft.com/office/drawing/2010/main">
                  <a14:imgLayer r:embed="rId4">
                    <a14:imgEffect>
                      <a14:brightnessContrast bright="-20000"/>
                    </a14:imgEffect>
                  </a14:imgLayer>
                </a14:imgProps>
              </a:ext>
            </a:extLst>
          </a:blip>
          <a:srcRect l="24873" r="24873"/>
          <a:stretch/>
        </p:blipFill>
        <p:spPr>
          <a:xfrm>
            <a:off x="7018338" y="0"/>
            <a:ext cx="5173662" cy="6858000"/>
          </a:xfrm>
        </p:spPr>
      </p:pic>
    </p:spTree>
    <p:extLst>
      <p:ext uri="{BB962C8B-B14F-4D97-AF65-F5344CB8AC3E}">
        <p14:creationId xmlns:p14="http://schemas.microsoft.com/office/powerpoint/2010/main" val="22030451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952A0C-ED2A-077C-70BC-DEB140E04A7B}"/>
              </a:ext>
            </a:extLst>
          </p:cNvPr>
          <p:cNvSpPr>
            <a:spLocks noGrp="1"/>
          </p:cNvSpPr>
          <p:nvPr>
            <p:ph type="title"/>
          </p:nvPr>
        </p:nvSpPr>
        <p:spPr>
          <a:xfrm>
            <a:off x="677334" y="694944"/>
            <a:ext cx="3789177" cy="4572000"/>
          </a:xfrm>
        </p:spPr>
        <p:txBody>
          <a:bodyPr/>
          <a:lstStyle/>
          <a:p>
            <a:r>
              <a:rPr lang="en-US" dirty="0"/>
              <a:t>Financial overview</a:t>
            </a:r>
          </a:p>
        </p:txBody>
      </p:sp>
      <p:sp>
        <p:nvSpPr>
          <p:cNvPr id="3" name="Content Placeholder 2">
            <a:extLst>
              <a:ext uri="{FF2B5EF4-FFF2-40B4-BE49-F238E27FC236}">
                <a16:creationId xmlns:a16="http://schemas.microsoft.com/office/drawing/2014/main" id="{8E9FC3B2-3EF0-BDB4-4819-4161FC7EEF1A}"/>
              </a:ext>
            </a:extLst>
          </p:cNvPr>
          <p:cNvSpPr>
            <a:spLocks noGrp="1"/>
          </p:cNvSpPr>
          <p:nvPr>
            <p:ph idx="1"/>
          </p:nvPr>
        </p:nvSpPr>
        <p:spPr>
          <a:xfrm>
            <a:off x="5753101" y="862641"/>
            <a:ext cx="4339805" cy="2566357"/>
          </a:xfrm>
        </p:spPr>
        <p:txBody>
          <a:bodyPr/>
          <a:lstStyle/>
          <a:p>
            <a:r>
              <a:rPr lang="en-US" dirty="0"/>
              <a:t>Our financial overview reflects a robust and resilient fiscal performance.</a:t>
            </a:r>
          </a:p>
          <a:p>
            <a:r>
              <a:rPr lang="en-US" dirty="0"/>
              <a:t>Key indicators show consistent revenue growth over the past quarter, attributed to strategic cost management and successful marketing.</a:t>
            </a:r>
          </a:p>
        </p:txBody>
      </p:sp>
      <p:sp>
        <p:nvSpPr>
          <p:cNvPr id="4" name="Content Placeholder 3">
            <a:extLst>
              <a:ext uri="{FF2B5EF4-FFF2-40B4-BE49-F238E27FC236}">
                <a16:creationId xmlns:a16="http://schemas.microsoft.com/office/drawing/2014/main" id="{8F149607-A897-2741-D897-4F179735F7A3}"/>
              </a:ext>
            </a:extLst>
          </p:cNvPr>
          <p:cNvSpPr>
            <a:spLocks noGrp="1"/>
          </p:cNvSpPr>
          <p:nvPr>
            <p:ph idx="12"/>
          </p:nvPr>
        </p:nvSpPr>
        <p:spPr>
          <a:xfrm>
            <a:off x="5753101" y="3657818"/>
            <a:ext cx="4339805" cy="2734053"/>
          </a:xfrm>
        </p:spPr>
        <p:txBody>
          <a:bodyPr/>
          <a:lstStyle/>
          <a:p>
            <a:r>
              <a:rPr lang="en-US" dirty="0"/>
              <a:t>Operating margins have improved, signaling operational efficiency, while strengthening our reserves.</a:t>
            </a:r>
          </a:p>
          <a:p>
            <a:r>
              <a:rPr lang="en-US" dirty="0"/>
              <a:t>This underscores our commitment to financial stability, positioning us for sustained growth. </a:t>
            </a:r>
          </a:p>
        </p:txBody>
      </p:sp>
    </p:spTree>
    <p:extLst>
      <p:ext uri="{BB962C8B-B14F-4D97-AF65-F5344CB8AC3E}">
        <p14:creationId xmlns:p14="http://schemas.microsoft.com/office/powerpoint/2010/main" val="35131073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633516D-AB15-124A-1833-DD5D9DE9CF65}"/>
              </a:ext>
            </a:extLst>
          </p:cNvPr>
          <p:cNvSpPr>
            <a:spLocks noGrp="1"/>
          </p:cNvSpPr>
          <p:nvPr>
            <p:ph type="title"/>
          </p:nvPr>
        </p:nvSpPr>
        <p:spPr>
          <a:xfrm>
            <a:off x="677334" y="694945"/>
            <a:ext cx="10058400" cy="1280160"/>
          </a:xfrm>
        </p:spPr>
        <p:txBody>
          <a:bodyPr/>
          <a:lstStyle/>
          <a:p>
            <a:r>
              <a:rPr lang="en-US" dirty="0"/>
              <a:t>Quarterly targets</a:t>
            </a:r>
          </a:p>
        </p:txBody>
      </p:sp>
      <p:sp>
        <p:nvSpPr>
          <p:cNvPr id="4" name="Content Placeholder 3">
            <a:extLst>
              <a:ext uri="{FF2B5EF4-FFF2-40B4-BE49-F238E27FC236}">
                <a16:creationId xmlns:a16="http://schemas.microsoft.com/office/drawing/2014/main" id="{C69773C3-E729-93EA-2151-22EB12BF1BE0}"/>
              </a:ext>
            </a:extLst>
          </p:cNvPr>
          <p:cNvSpPr>
            <a:spLocks noGrp="1"/>
          </p:cNvSpPr>
          <p:nvPr>
            <p:ph sz="quarter" idx="13"/>
          </p:nvPr>
        </p:nvSpPr>
        <p:spPr>
          <a:xfrm>
            <a:off x="686741" y="2140864"/>
            <a:ext cx="3797114" cy="3494753"/>
          </a:xfrm>
        </p:spPr>
        <p:txBody>
          <a:bodyPr/>
          <a:lstStyle/>
          <a:p>
            <a:r>
              <a:rPr lang="en-US" dirty="0"/>
              <a:t>Market expansion</a:t>
            </a:r>
          </a:p>
          <a:p>
            <a:r>
              <a:rPr lang="en-US" dirty="0"/>
              <a:t>Product innovation</a:t>
            </a:r>
          </a:p>
          <a:p>
            <a:r>
              <a:rPr lang="en-US" dirty="0"/>
              <a:t>Customer retention</a:t>
            </a:r>
          </a:p>
          <a:p>
            <a:r>
              <a:rPr lang="en-US" dirty="0"/>
              <a:t>Operational efficiency</a:t>
            </a:r>
          </a:p>
          <a:p>
            <a:endParaRPr lang="en-US" dirty="0"/>
          </a:p>
        </p:txBody>
      </p:sp>
      <p:graphicFrame>
        <p:nvGraphicFramePr>
          <p:cNvPr id="5" name="Table Placeholder 2">
            <a:extLst>
              <a:ext uri="{FF2B5EF4-FFF2-40B4-BE49-F238E27FC236}">
                <a16:creationId xmlns:a16="http://schemas.microsoft.com/office/drawing/2014/main" id="{75268C26-696B-469B-6E84-E2DA897FB4F4}"/>
              </a:ext>
            </a:extLst>
          </p:cNvPr>
          <p:cNvGraphicFramePr>
            <a:graphicFrameLocks noGrp="1"/>
          </p:cNvGraphicFramePr>
          <p:nvPr>
            <p:ph type="tbl" sz="quarter" idx="14"/>
            <p:extLst>
              <p:ext uri="{D42A27DB-BD31-4B8C-83A1-F6EECF244321}">
                <p14:modId xmlns:p14="http://schemas.microsoft.com/office/powerpoint/2010/main" val="1368234980"/>
              </p:ext>
            </p:extLst>
          </p:nvPr>
        </p:nvGraphicFramePr>
        <p:xfrm>
          <a:off x="5054600" y="2103438"/>
          <a:ext cx="6451600" cy="3524216"/>
        </p:xfrm>
        <a:graphic>
          <a:graphicData uri="http://schemas.openxmlformats.org/drawingml/2006/table">
            <a:tbl>
              <a:tblPr firstRow="1" bandRow="1">
                <a:tableStyleId>{7E9639D4-E3E2-4D34-9284-5A2195B3D0D7}</a:tableStyleId>
              </a:tblPr>
              <a:tblGrid>
                <a:gridCol w="1612900">
                  <a:extLst>
                    <a:ext uri="{9D8B030D-6E8A-4147-A177-3AD203B41FA5}">
                      <a16:colId xmlns:a16="http://schemas.microsoft.com/office/drawing/2014/main" val="30750867"/>
                    </a:ext>
                  </a:extLst>
                </a:gridCol>
                <a:gridCol w="1612900">
                  <a:extLst>
                    <a:ext uri="{9D8B030D-6E8A-4147-A177-3AD203B41FA5}">
                      <a16:colId xmlns:a16="http://schemas.microsoft.com/office/drawing/2014/main" val="1038941322"/>
                    </a:ext>
                  </a:extLst>
                </a:gridCol>
                <a:gridCol w="1612900">
                  <a:extLst>
                    <a:ext uri="{9D8B030D-6E8A-4147-A177-3AD203B41FA5}">
                      <a16:colId xmlns:a16="http://schemas.microsoft.com/office/drawing/2014/main" val="529645500"/>
                    </a:ext>
                  </a:extLst>
                </a:gridCol>
                <a:gridCol w="1612900">
                  <a:extLst>
                    <a:ext uri="{9D8B030D-6E8A-4147-A177-3AD203B41FA5}">
                      <a16:colId xmlns:a16="http://schemas.microsoft.com/office/drawing/2014/main" val="3469610457"/>
                    </a:ext>
                  </a:extLst>
                </a:gridCol>
              </a:tblGrid>
              <a:tr h="930012">
                <a:tc>
                  <a:txBody>
                    <a:bodyPr/>
                    <a:lstStyle/>
                    <a:p>
                      <a:pPr algn="ctr"/>
                      <a:r>
                        <a:rPr lang="en-US" dirty="0"/>
                        <a:t>Quarter</a:t>
                      </a:r>
                    </a:p>
                  </a:txBody>
                  <a:tcPr anchor="ctr"/>
                </a:tc>
                <a:tc>
                  <a:txBody>
                    <a:bodyPr/>
                    <a:lstStyle/>
                    <a:p>
                      <a:pPr algn="ctr"/>
                      <a:r>
                        <a:rPr lang="en-US" dirty="0"/>
                        <a:t>Revenue growth (%)</a:t>
                      </a:r>
                    </a:p>
                  </a:txBody>
                  <a:tcPr anchor="ctr"/>
                </a:tc>
                <a:tc>
                  <a:txBody>
                    <a:bodyPr/>
                    <a:lstStyle/>
                    <a:p>
                      <a:pPr algn="ctr"/>
                      <a:r>
                        <a:rPr lang="en-US" dirty="0"/>
                        <a:t>Market share increase (%)</a:t>
                      </a:r>
                    </a:p>
                  </a:txBody>
                  <a:tcPr anchor="ctr"/>
                </a:tc>
                <a:tc>
                  <a:txBody>
                    <a:bodyPr/>
                    <a:lstStyle/>
                    <a:p>
                      <a:pPr algn="ctr"/>
                      <a:r>
                        <a:rPr lang="en-US" dirty="0"/>
                        <a:t>Customer acquisition</a:t>
                      </a:r>
                    </a:p>
                  </a:txBody>
                  <a:tcPr anchor="ctr"/>
                </a:tc>
                <a:extLst>
                  <a:ext uri="{0D108BD9-81ED-4DB2-BD59-A6C34878D82A}">
                    <a16:rowId xmlns:a16="http://schemas.microsoft.com/office/drawing/2014/main" val="4251432886"/>
                  </a:ext>
                </a:extLst>
              </a:tr>
              <a:tr h="648551">
                <a:tc>
                  <a:txBody>
                    <a:bodyPr/>
                    <a:lstStyle/>
                    <a:p>
                      <a:pPr algn="ctr"/>
                      <a:r>
                        <a:rPr lang="en-US" dirty="0"/>
                        <a:t>Q1</a:t>
                      </a:r>
                    </a:p>
                  </a:txBody>
                  <a:tcPr anchor="ctr"/>
                </a:tc>
                <a:tc>
                  <a:txBody>
                    <a:bodyPr/>
                    <a:lstStyle/>
                    <a:p>
                      <a:pPr algn="ctr"/>
                      <a:r>
                        <a:rPr lang="en-US" dirty="0"/>
                        <a:t>12</a:t>
                      </a:r>
                    </a:p>
                  </a:txBody>
                  <a:tcPr anchor="ctr"/>
                </a:tc>
                <a:tc>
                  <a:txBody>
                    <a:bodyPr/>
                    <a:lstStyle/>
                    <a:p>
                      <a:pPr algn="ctr"/>
                      <a:r>
                        <a:rPr lang="en-US" dirty="0"/>
                        <a:t>2</a:t>
                      </a:r>
                    </a:p>
                  </a:txBody>
                  <a:tcPr anchor="ctr"/>
                </a:tc>
                <a:tc>
                  <a:txBody>
                    <a:bodyPr/>
                    <a:lstStyle/>
                    <a:p>
                      <a:pPr algn="ctr"/>
                      <a:r>
                        <a:rPr lang="en-US" dirty="0"/>
                        <a:t>500</a:t>
                      </a:r>
                    </a:p>
                  </a:txBody>
                  <a:tcPr anchor="ctr"/>
                </a:tc>
                <a:extLst>
                  <a:ext uri="{0D108BD9-81ED-4DB2-BD59-A6C34878D82A}">
                    <a16:rowId xmlns:a16="http://schemas.microsoft.com/office/drawing/2014/main" val="360240625"/>
                  </a:ext>
                </a:extLst>
              </a:tr>
              <a:tr h="648551">
                <a:tc>
                  <a:txBody>
                    <a:bodyPr/>
                    <a:lstStyle/>
                    <a:p>
                      <a:pPr algn="ctr"/>
                      <a:r>
                        <a:rPr lang="en-US" dirty="0"/>
                        <a:t>Q2</a:t>
                      </a:r>
                    </a:p>
                  </a:txBody>
                  <a:tcPr anchor="ctr"/>
                </a:tc>
                <a:tc>
                  <a:txBody>
                    <a:bodyPr/>
                    <a:lstStyle/>
                    <a:p>
                      <a:pPr algn="ctr"/>
                      <a:r>
                        <a:rPr lang="en-US" dirty="0"/>
                        <a:t>15</a:t>
                      </a:r>
                    </a:p>
                  </a:txBody>
                  <a:tcPr anchor="ctr"/>
                </a:tc>
                <a:tc>
                  <a:txBody>
                    <a:bodyPr/>
                    <a:lstStyle/>
                    <a:p>
                      <a:pPr algn="ctr"/>
                      <a:r>
                        <a:rPr lang="en-US" dirty="0"/>
                        <a:t>3</a:t>
                      </a:r>
                    </a:p>
                  </a:txBody>
                  <a:tcPr anchor="ctr"/>
                </a:tc>
                <a:tc>
                  <a:txBody>
                    <a:bodyPr/>
                    <a:lstStyle/>
                    <a:p>
                      <a:pPr algn="ctr"/>
                      <a:r>
                        <a:rPr lang="en-US" dirty="0"/>
                        <a:t>600</a:t>
                      </a:r>
                    </a:p>
                  </a:txBody>
                  <a:tcPr anchor="ctr"/>
                </a:tc>
                <a:extLst>
                  <a:ext uri="{0D108BD9-81ED-4DB2-BD59-A6C34878D82A}">
                    <a16:rowId xmlns:a16="http://schemas.microsoft.com/office/drawing/2014/main" val="2762393470"/>
                  </a:ext>
                </a:extLst>
              </a:tr>
              <a:tr h="648551">
                <a:tc>
                  <a:txBody>
                    <a:bodyPr/>
                    <a:lstStyle/>
                    <a:p>
                      <a:pPr algn="ctr"/>
                      <a:r>
                        <a:rPr lang="en-US" dirty="0"/>
                        <a:t>Q3</a:t>
                      </a:r>
                    </a:p>
                  </a:txBody>
                  <a:tcPr anchor="ctr"/>
                </a:tc>
                <a:tc>
                  <a:txBody>
                    <a:bodyPr/>
                    <a:lstStyle/>
                    <a:p>
                      <a:pPr algn="ctr"/>
                      <a:r>
                        <a:rPr lang="en-US" dirty="0"/>
                        <a:t>18</a:t>
                      </a:r>
                    </a:p>
                  </a:txBody>
                  <a:tcPr anchor="ctr"/>
                </a:tc>
                <a:tc>
                  <a:txBody>
                    <a:bodyPr/>
                    <a:lstStyle/>
                    <a:p>
                      <a:pPr algn="ctr"/>
                      <a:r>
                        <a:rPr lang="en-US" dirty="0"/>
                        <a:t>4</a:t>
                      </a:r>
                    </a:p>
                  </a:txBody>
                  <a:tcPr anchor="ctr"/>
                </a:tc>
                <a:tc>
                  <a:txBody>
                    <a:bodyPr/>
                    <a:lstStyle/>
                    <a:p>
                      <a:pPr algn="ctr"/>
                      <a:r>
                        <a:rPr lang="en-US" dirty="0"/>
                        <a:t>700</a:t>
                      </a:r>
                    </a:p>
                  </a:txBody>
                  <a:tcPr anchor="ctr"/>
                </a:tc>
                <a:extLst>
                  <a:ext uri="{0D108BD9-81ED-4DB2-BD59-A6C34878D82A}">
                    <a16:rowId xmlns:a16="http://schemas.microsoft.com/office/drawing/2014/main" val="1311364400"/>
                  </a:ext>
                </a:extLst>
              </a:tr>
              <a:tr h="648551">
                <a:tc>
                  <a:txBody>
                    <a:bodyPr/>
                    <a:lstStyle/>
                    <a:p>
                      <a:pPr algn="ctr"/>
                      <a:r>
                        <a:rPr lang="en-US" dirty="0"/>
                        <a:t>Q4</a:t>
                      </a:r>
                    </a:p>
                  </a:txBody>
                  <a:tcPr anchor="ctr"/>
                </a:tc>
                <a:tc>
                  <a:txBody>
                    <a:bodyPr/>
                    <a:lstStyle/>
                    <a:p>
                      <a:pPr algn="ctr"/>
                      <a:r>
                        <a:rPr lang="en-US" dirty="0"/>
                        <a:t>20</a:t>
                      </a:r>
                    </a:p>
                  </a:txBody>
                  <a:tcPr anchor="ctr"/>
                </a:tc>
                <a:tc>
                  <a:txBody>
                    <a:bodyPr/>
                    <a:lstStyle/>
                    <a:p>
                      <a:pPr algn="ctr"/>
                      <a:r>
                        <a:rPr lang="en-US" dirty="0"/>
                        <a:t>5</a:t>
                      </a:r>
                    </a:p>
                  </a:txBody>
                  <a:tcPr anchor="ctr"/>
                </a:tc>
                <a:tc>
                  <a:txBody>
                    <a:bodyPr/>
                    <a:lstStyle/>
                    <a:p>
                      <a:pPr algn="ctr"/>
                      <a:r>
                        <a:rPr lang="en-US" dirty="0"/>
                        <a:t>800</a:t>
                      </a:r>
                    </a:p>
                  </a:txBody>
                  <a:tcPr anchor="ctr"/>
                </a:tc>
                <a:extLst>
                  <a:ext uri="{0D108BD9-81ED-4DB2-BD59-A6C34878D82A}">
                    <a16:rowId xmlns:a16="http://schemas.microsoft.com/office/drawing/2014/main" val="2526263980"/>
                  </a:ext>
                </a:extLst>
              </a:tr>
            </a:tbl>
          </a:graphicData>
        </a:graphic>
      </p:graphicFrame>
    </p:spTree>
    <p:extLst>
      <p:ext uri="{BB962C8B-B14F-4D97-AF65-F5344CB8AC3E}">
        <p14:creationId xmlns:p14="http://schemas.microsoft.com/office/powerpoint/2010/main" val="36489980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3D827C-C581-E816-3880-8B429F22C0BC}"/>
              </a:ext>
            </a:extLst>
          </p:cNvPr>
          <p:cNvSpPr>
            <a:spLocks noGrp="1"/>
          </p:cNvSpPr>
          <p:nvPr>
            <p:ph type="title"/>
          </p:nvPr>
        </p:nvSpPr>
        <p:spPr>
          <a:xfrm>
            <a:off x="677334" y="694945"/>
            <a:ext cx="10058400" cy="1280160"/>
          </a:xfrm>
        </p:spPr>
        <p:txBody>
          <a:bodyPr/>
          <a:lstStyle/>
          <a:p>
            <a:r>
              <a:rPr lang="en-US" dirty="0"/>
              <a:t>Financial snapshot</a:t>
            </a:r>
          </a:p>
        </p:txBody>
      </p:sp>
      <p:graphicFrame>
        <p:nvGraphicFramePr>
          <p:cNvPr id="6" name="Table Placeholder 3">
            <a:extLst>
              <a:ext uri="{FF2B5EF4-FFF2-40B4-BE49-F238E27FC236}">
                <a16:creationId xmlns:a16="http://schemas.microsoft.com/office/drawing/2014/main" id="{3C210E2F-B4AE-58E3-BD38-70314D20862F}"/>
              </a:ext>
            </a:extLst>
          </p:cNvPr>
          <p:cNvGraphicFramePr>
            <a:graphicFrameLocks noGrp="1"/>
          </p:cNvGraphicFramePr>
          <p:nvPr>
            <p:ph type="tbl" sz="quarter" idx="12"/>
            <p:extLst>
              <p:ext uri="{D42A27DB-BD31-4B8C-83A1-F6EECF244321}">
                <p14:modId xmlns:p14="http://schemas.microsoft.com/office/powerpoint/2010/main" val="1854821331"/>
              </p:ext>
            </p:extLst>
          </p:nvPr>
        </p:nvGraphicFramePr>
        <p:xfrm>
          <a:off x="685800" y="2103438"/>
          <a:ext cx="10828868" cy="3702875"/>
        </p:xfrm>
        <a:graphic>
          <a:graphicData uri="http://schemas.openxmlformats.org/drawingml/2006/table">
            <a:tbl>
              <a:tblPr firstRow="1" bandRow="1">
                <a:tableStyleId>{7E9639D4-E3E2-4D34-9284-5A2195B3D0D7}</a:tableStyleId>
              </a:tblPr>
              <a:tblGrid>
                <a:gridCol w="2707217">
                  <a:extLst>
                    <a:ext uri="{9D8B030D-6E8A-4147-A177-3AD203B41FA5}">
                      <a16:colId xmlns:a16="http://schemas.microsoft.com/office/drawing/2014/main" val="130956065"/>
                    </a:ext>
                  </a:extLst>
                </a:gridCol>
                <a:gridCol w="2707217">
                  <a:extLst>
                    <a:ext uri="{9D8B030D-6E8A-4147-A177-3AD203B41FA5}">
                      <a16:colId xmlns:a16="http://schemas.microsoft.com/office/drawing/2014/main" val="2749965458"/>
                    </a:ext>
                  </a:extLst>
                </a:gridCol>
                <a:gridCol w="2707217">
                  <a:extLst>
                    <a:ext uri="{9D8B030D-6E8A-4147-A177-3AD203B41FA5}">
                      <a16:colId xmlns:a16="http://schemas.microsoft.com/office/drawing/2014/main" val="2116711163"/>
                    </a:ext>
                  </a:extLst>
                </a:gridCol>
                <a:gridCol w="2707217">
                  <a:extLst>
                    <a:ext uri="{9D8B030D-6E8A-4147-A177-3AD203B41FA5}">
                      <a16:colId xmlns:a16="http://schemas.microsoft.com/office/drawing/2014/main" val="1186885001"/>
                    </a:ext>
                  </a:extLst>
                </a:gridCol>
              </a:tblGrid>
              <a:tr h="918860">
                <a:tc>
                  <a:txBody>
                    <a:bodyPr/>
                    <a:lstStyle/>
                    <a:p>
                      <a:pPr algn="ctr"/>
                      <a:r>
                        <a:rPr lang="en-US" dirty="0"/>
                        <a:t>Metric</a:t>
                      </a:r>
                    </a:p>
                  </a:txBody>
                  <a:tcPr anchor="ctr"/>
                </a:tc>
                <a:tc>
                  <a:txBody>
                    <a:bodyPr/>
                    <a:lstStyle/>
                    <a:p>
                      <a:pPr algn="ctr"/>
                      <a:r>
                        <a:rPr lang="en-US" dirty="0"/>
                        <a:t>Current value</a:t>
                      </a:r>
                    </a:p>
                  </a:txBody>
                  <a:tcPr anchor="ctr"/>
                </a:tc>
                <a:tc>
                  <a:txBody>
                    <a:bodyPr/>
                    <a:lstStyle/>
                    <a:p>
                      <a:pPr algn="ctr"/>
                      <a:r>
                        <a:rPr lang="en-US" dirty="0"/>
                        <a:t>Previous quarter</a:t>
                      </a:r>
                    </a:p>
                  </a:txBody>
                  <a:tcPr anchor="ctr"/>
                </a:tc>
                <a:tc>
                  <a:txBody>
                    <a:bodyPr/>
                    <a:lstStyle/>
                    <a:p>
                      <a:pPr algn="ctr"/>
                      <a:r>
                        <a:rPr lang="en-US" dirty="0"/>
                        <a:t>Change (%)</a:t>
                      </a:r>
                    </a:p>
                  </a:txBody>
                  <a:tcPr anchor="ctr"/>
                </a:tc>
                <a:extLst>
                  <a:ext uri="{0D108BD9-81ED-4DB2-BD59-A6C34878D82A}">
                    <a16:rowId xmlns:a16="http://schemas.microsoft.com/office/drawing/2014/main" val="3741017008"/>
                  </a:ext>
                </a:extLst>
              </a:tr>
              <a:tr h="556803">
                <a:tc>
                  <a:txBody>
                    <a:bodyPr/>
                    <a:lstStyle/>
                    <a:p>
                      <a:pPr algn="ctr"/>
                      <a:r>
                        <a:rPr lang="en-US" dirty="0"/>
                        <a:t>Revenue</a:t>
                      </a:r>
                    </a:p>
                  </a:txBody>
                  <a:tcPr anchor="ctr"/>
                </a:tc>
                <a:tc>
                  <a:txBody>
                    <a:bodyPr/>
                    <a:lstStyle/>
                    <a:p>
                      <a:pPr algn="ctr"/>
                      <a:r>
                        <a:rPr lang="en-US" dirty="0"/>
                        <a:t>$2,500,000</a:t>
                      </a:r>
                    </a:p>
                  </a:txBody>
                  <a:tcPr anchor="ctr"/>
                </a:tc>
                <a:tc>
                  <a:txBody>
                    <a:bodyPr/>
                    <a:lstStyle/>
                    <a:p>
                      <a:pPr algn="ctr"/>
                      <a:r>
                        <a:rPr lang="en-US" dirty="0"/>
                        <a:t>2,200,000</a:t>
                      </a:r>
                    </a:p>
                  </a:txBody>
                  <a:tcPr anchor="ctr"/>
                </a:tc>
                <a:tc>
                  <a:txBody>
                    <a:bodyPr/>
                    <a:lstStyle/>
                    <a:p>
                      <a:pPr algn="ctr"/>
                      <a:r>
                        <a:rPr lang="en-US" dirty="0"/>
                        <a:t>+14%</a:t>
                      </a:r>
                    </a:p>
                  </a:txBody>
                  <a:tcPr anchor="ctr"/>
                </a:tc>
                <a:extLst>
                  <a:ext uri="{0D108BD9-81ED-4DB2-BD59-A6C34878D82A}">
                    <a16:rowId xmlns:a16="http://schemas.microsoft.com/office/drawing/2014/main" val="511888340"/>
                  </a:ext>
                </a:extLst>
              </a:tr>
              <a:tr h="556803">
                <a:tc>
                  <a:txBody>
                    <a:bodyPr/>
                    <a:lstStyle/>
                    <a:p>
                      <a:pPr algn="ctr"/>
                      <a:r>
                        <a:rPr lang="en-US" dirty="0"/>
                        <a:t>Operating expenses</a:t>
                      </a:r>
                    </a:p>
                  </a:txBody>
                  <a:tcPr anchor="ctr"/>
                </a:tc>
                <a:tc>
                  <a:txBody>
                    <a:bodyPr/>
                    <a:lstStyle/>
                    <a:p>
                      <a:pPr algn="ctr"/>
                      <a:r>
                        <a:rPr lang="en-US" dirty="0"/>
                        <a:t>$1,200,000	</a:t>
                      </a:r>
                    </a:p>
                  </a:txBody>
                  <a:tcPr anchor="ctr"/>
                </a:tc>
                <a:tc>
                  <a:txBody>
                    <a:bodyPr/>
                    <a:lstStyle/>
                    <a:p>
                      <a:pPr algn="ctr"/>
                      <a:r>
                        <a:rPr lang="en-US" dirty="0"/>
                        <a:t>$1,400,000	</a:t>
                      </a:r>
                    </a:p>
                  </a:txBody>
                  <a:tcPr anchor="ctr"/>
                </a:tc>
                <a:tc>
                  <a:txBody>
                    <a:bodyPr/>
                    <a:lstStyle/>
                    <a:p>
                      <a:pPr algn="ctr"/>
                      <a:r>
                        <a:rPr lang="en-US" dirty="0"/>
                        <a:t>-14%</a:t>
                      </a:r>
                    </a:p>
                  </a:txBody>
                  <a:tcPr anchor="ctr"/>
                </a:tc>
                <a:extLst>
                  <a:ext uri="{0D108BD9-81ED-4DB2-BD59-A6C34878D82A}">
                    <a16:rowId xmlns:a16="http://schemas.microsoft.com/office/drawing/2014/main" val="3937089168"/>
                  </a:ext>
                </a:extLst>
              </a:tr>
              <a:tr h="556803">
                <a:tc>
                  <a:txBody>
                    <a:bodyPr/>
                    <a:lstStyle/>
                    <a:p>
                      <a:pPr algn="ctr"/>
                      <a:r>
                        <a:rPr lang="en-US" dirty="0"/>
                        <a:t>Net profit</a:t>
                      </a:r>
                    </a:p>
                  </a:txBody>
                  <a:tcPr anchor="ctr"/>
                </a:tc>
                <a:tc>
                  <a:txBody>
                    <a:bodyPr/>
                    <a:lstStyle/>
                    <a:p>
                      <a:pPr algn="ctr"/>
                      <a:r>
                        <a:rPr lang="en-US" dirty="0"/>
                        <a:t>$1,000,000	</a:t>
                      </a:r>
                    </a:p>
                  </a:txBody>
                  <a:tcPr anchor="ctr"/>
                </a:tc>
                <a:tc>
                  <a:txBody>
                    <a:bodyPr/>
                    <a:lstStyle/>
                    <a:p>
                      <a:pPr algn="ctr"/>
                      <a:r>
                        <a:rPr lang="en-US" dirty="0"/>
                        <a:t>$800,000	</a:t>
                      </a:r>
                    </a:p>
                  </a:txBody>
                  <a:tcPr anchor="ctr"/>
                </a:tc>
                <a:tc>
                  <a:txBody>
                    <a:bodyPr/>
                    <a:lstStyle/>
                    <a:p>
                      <a:pPr algn="ctr"/>
                      <a:r>
                        <a:rPr lang="en-US" dirty="0"/>
                        <a:t>+25%</a:t>
                      </a:r>
                    </a:p>
                  </a:txBody>
                  <a:tcPr anchor="ctr"/>
                </a:tc>
                <a:extLst>
                  <a:ext uri="{0D108BD9-81ED-4DB2-BD59-A6C34878D82A}">
                    <a16:rowId xmlns:a16="http://schemas.microsoft.com/office/drawing/2014/main" val="1031597798"/>
                  </a:ext>
                </a:extLst>
              </a:tr>
              <a:tr h="556803">
                <a:tc>
                  <a:txBody>
                    <a:bodyPr/>
                    <a:lstStyle/>
                    <a:p>
                      <a:pPr algn="ctr"/>
                      <a:r>
                        <a:rPr lang="en-US" dirty="0"/>
                        <a:t>Operating margin</a:t>
                      </a:r>
                    </a:p>
                  </a:txBody>
                  <a:tcPr anchor="ctr"/>
                </a:tc>
                <a:tc>
                  <a:txBody>
                    <a:bodyPr/>
                    <a:lstStyle/>
                    <a:p>
                      <a:pPr algn="ctr"/>
                      <a:r>
                        <a:rPr lang="en-US" dirty="0"/>
                        <a:t>40%</a:t>
                      </a:r>
                    </a:p>
                  </a:txBody>
                  <a:tcPr anchor="ctr"/>
                </a:tc>
                <a:tc>
                  <a:txBody>
                    <a:bodyPr/>
                    <a:lstStyle/>
                    <a:p>
                      <a:pPr algn="ctr"/>
                      <a:r>
                        <a:rPr lang="en-US" dirty="0"/>
                        <a:t>36%</a:t>
                      </a:r>
                    </a:p>
                  </a:txBody>
                  <a:tcPr anchor="ctr"/>
                </a:tc>
                <a:tc>
                  <a:txBody>
                    <a:bodyPr/>
                    <a:lstStyle/>
                    <a:p>
                      <a:pPr algn="ctr"/>
                      <a:r>
                        <a:rPr lang="en-US" dirty="0"/>
                        <a:t>+4%</a:t>
                      </a:r>
                    </a:p>
                  </a:txBody>
                  <a:tcPr anchor="ctr"/>
                </a:tc>
                <a:extLst>
                  <a:ext uri="{0D108BD9-81ED-4DB2-BD59-A6C34878D82A}">
                    <a16:rowId xmlns:a16="http://schemas.microsoft.com/office/drawing/2014/main" val="1194376521"/>
                  </a:ext>
                </a:extLst>
              </a:tr>
              <a:tr h="556803">
                <a:tc>
                  <a:txBody>
                    <a:bodyPr/>
                    <a:lstStyle/>
                    <a:p>
                      <a:pPr algn="ctr"/>
                      <a:r>
                        <a:rPr lang="en-US" dirty="0"/>
                        <a:t>Cash reserves</a:t>
                      </a:r>
                    </a:p>
                  </a:txBody>
                  <a:tcPr anchor="ctr"/>
                </a:tc>
                <a:tc>
                  <a:txBody>
                    <a:bodyPr/>
                    <a:lstStyle/>
                    <a:p>
                      <a:pPr algn="ctr"/>
                      <a:r>
                        <a:rPr lang="en-US" dirty="0"/>
                        <a:t>$5,000,000	</a:t>
                      </a:r>
                    </a:p>
                  </a:txBody>
                  <a:tcPr anchor="ctr"/>
                </a:tc>
                <a:tc>
                  <a:txBody>
                    <a:bodyPr/>
                    <a:lstStyle/>
                    <a:p>
                      <a:pPr algn="ctr"/>
                      <a:r>
                        <a:rPr lang="en-US" dirty="0"/>
                        <a:t>$4,500,000	</a:t>
                      </a:r>
                    </a:p>
                  </a:txBody>
                  <a:tcPr anchor="ctr"/>
                </a:tc>
                <a:tc>
                  <a:txBody>
                    <a:bodyPr/>
                    <a:lstStyle/>
                    <a:p>
                      <a:pPr algn="ctr"/>
                      <a:r>
                        <a:rPr lang="en-US" dirty="0"/>
                        <a:t>+11%</a:t>
                      </a:r>
                    </a:p>
                  </a:txBody>
                  <a:tcPr anchor="ctr"/>
                </a:tc>
                <a:extLst>
                  <a:ext uri="{0D108BD9-81ED-4DB2-BD59-A6C34878D82A}">
                    <a16:rowId xmlns:a16="http://schemas.microsoft.com/office/drawing/2014/main" val="1918266800"/>
                  </a:ext>
                </a:extLst>
              </a:tr>
            </a:tbl>
          </a:graphicData>
        </a:graphic>
      </p:graphicFrame>
    </p:spTree>
    <p:extLst>
      <p:ext uri="{BB962C8B-B14F-4D97-AF65-F5344CB8AC3E}">
        <p14:creationId xmlns:p14="http://schemas.microsoft.com/office/powerpoint/2010/main" val="39434109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Placeholder 7" descr="A person standing on a spiral staircase">
            <a:extLst>
              <a:ext uri="{FF2B5EF4-FFF2-40B4-BE49-F238E27FC236}">
                <a16:creationId xmlns:a16="http://schemas.microsoft.com/office/drawing/2014/main" id="{8519191A-B0D9-CFD8-E089-8A6ECDC4958C}"/>
              </a:ext>
            </a:extLst>
          </p:cNvPr>
          <p:cNvPicPr>
            <a:picLocks noGrp="1" noChangeAspect="1"/>
          </p:cNvPicPr>
          <p:nvPr>
            <p:ph type="pic" sz="quarter" idx="10"/>
          </p:nvPr>
        </p:nvPicPr>
        <p:blipFill>
          <a:blip r:embed="rId3">
            <a:duotone>
              <a:schemeClr val="accent1">
                <a:shade val="45000"/>
                <a:satMod val="135000"/>
              </a:schemeClr>
              <a:prstClr val="white"/>
            </a:duotone>
            <a:extLst>
              <a:ext uri="{BEBA8EAE-BF5A-486C-A8C5-ECC9F3942E4B}">
                <a14:imgProps xmlns:a14="http://schemas.microsoft.com/office/drawing/2010/main">
                  <a14:imgLayer r:embed="rId4">
                    <a14:imgEffect>
                      <a14:brightnessContrast bright="-20000" contrast="40000"/>
                    </a14:imgEffect>
                  </a14:imgLayer>
                </a14:imgProps>
              </a:ext>
            </a:extLst>
          </a:blip>
          <a:srcRect l="23" r="23"/>
          <a:stretch/>
        </p:blipFill>
        <p:spPr>
          <a:xfrm>
            <a:off x="3523091" y="3427812"/>
            <a:ext cx="5143494" cy="3430188"/>
          </a:xfrm>
        </p:spPr>
      </p:pic>
      <p:sp>
        <p:nvSpPr>
          <p:cNvPr id="3" name="Title 2">
            <a:extLst>
              <a:ext uri="{FF2B5EF4-FFF2-40B4-BE49-F238E27FC236}">
                <a16:creationId xmlns:a16="http://schemas.microsoft.com/office/drawing/2014/main" id="{B27C4A00-6204-4111-3D1E-D4DFA3FA8113}"/>
              </a:ext>
            </a:extLst>
          </p:cNvPr>
          <p:cNvSpPr>
            <a:spLocks noGrp="1"/>
          </p:cNvSpPr>
          <p:nvPr>
            <p:ph type="ctrTitle"/>
          </p:nvPr>
        </p:nvSpPr>
        <p:spPr>
          <a:xfrm>
            <a:off x="685799" y="685798"/>
            <a:ext cx="10058400" cy="3266440"/>
          </a:xfrm>
        </p:spPr>
        <p:txBody>
          <a:bodyPr/>
          <a:lstStyle/>
          <a:p>
            <a:r>
              <a:rPr lang="en-US" dirty="0"/>
              <a:t>Innovative solutions</a:t>
            </a:r>
          </a:p>
        </p:txBody>
      </p:sp>
    </p:spTree>
    <p:extLst>
      <p:ext uri="{BB962C8B-B14F-4D97-AF65-F5344CB8AC3E}">
        <p14:creationId xmlns:p14="http://schemas.microsoft.com/office/powerpoint/2010/main" val="13141303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48750B-D232-4688-407A-DAC2407E279C}"/>
              </a:ext>
            </a:extLst>
          </p:cNvPr>
          <p:cNvSpPr>
            <a:spLocks noGrp="1"/>
          </p:cNvSpPr>
          <p:nvPr>
            <p:ph type="title"/>
          </p:nvPr>
        </p:nvSpPr>
        <p:spPr>
          <a:xfrm>
            <a:off x="677334" y="694944"/>
            <a:ext cx="9584266" cy="1387852"/>
          </a:xfrm>
        </p:spPr>
        <p:txBody>
          <a:bodyPr/>
          <a:lstStyle/>
          <a:p>
            <a:r>
              <a:rPr lang="en-US" dirty="0"/>
              <a:t>Future initiatives</a:t>
            </a:r>
          </a:p>
        </p:txBody>
      </p:sp>
      <p:sp>
        <p:nvSpPr>
          <p:cNvPr id="11" name="Content Placeholder 10">
            <a:extLst>
              <a:ext uri="{FF2B5EF4-FFF2-40B4-BE49-F238E27FC236}">
                <a16:creationId xmlns:a16="http://schemas.microsoft.com/office/drawing/2014/main" id="{56DA1357-F081-D7F6-4FB3-08E62F6C3A41}"/>
              </a:ext>
            </a:extLst>
          </p:cNvPr>
          <p:cNvSpPr>
            <a:spLocks noGrp="1"/>
          </p:cNvSpPr>
          <p:nvPr>
            <p:ph sz="quarter" idx="12"/>
          </p:nvPr>
        </p:nvSpPr>
        <p:spPr>
          <a:xfrm>
            <a:off x="677334" y="2552698"/>
            <a:ext cx="5964766" cy="3083217"/>
          </a:xfrm>
        </p:spPr>
        <p:txBody>
          <a:bodyPr/>
          <a:lstStyle/>
          <a:p>
            <a:r>
              <a:rPr lang="en-US" dirty="0"/>
              <a:t>Product enhancement. Introduce regular updates and features to enhance product offerings.</a:t>
            </a:r>
          </a:p>
          <a:p>
            <a:r>
              <a:rPr lang="en-US" dirty="0"/>
              <a:t>Technology integration. Explore emerging technologies for potential integration into our operations.</a:t>
            </a:r>
          </a:p>
          <a:p>
            <a:r>
              <a:rPr lang="en-US" dirty="0"/>
              <a:t>Collaborative partnerships. Foster collaborations with tech innovators and industry leaders to drive innovation.</a:t>
            </a:r>
          </a:p>
        </p:txBody>
      </p:sp>
      <p:sp>
        <p:nvSpPr>
          <p:cNvPr id="36" name="Content Placeholder 35">
            <a:extLst>
              <a:ext uri="{FF2B5EF4-FFF2-40B4-BE49-F238E27FC236}">
                <a16:creationId xmlns:a16="http://schemas.microsoft.com/office/drawing/2014/main" id="{735FF7FE-86A0-34D0-5382-E2CB802957BB}"/>
              </a:ext>
            </a:extLst>
          </p:cNvPr>
          <p:cNvSpPr>
            <a:spLocks noGrp="1"/>
          </p:cNvSpPr>
          <p:nvPr>
            <p:ph sz="quarter" idx="13"/>
          </p:nvPr>
        </p:nvSpPr>
        <p:spPr>
          <a:xfrm>
            <a:off x="7656513" y="2552699"/>
            <a:ext cx="3842913" cy="3083216"/>
          </a:xfrm>
        </p:spPr>
        <p:txBody>
          <a:bodyPr/>
          <a:lstStyle/>
          <a:p>
            <a:r>
              <a:rPr lang="en-US" dirty="0"/>
              <a:t>Green supply chain</a:t>
            </a:r>
          </a:p>
          <a:p>
            <a:r>
              <a:rPr lang="en-US" dirty="0"/>
              <a:t>Reduced carbon footprint</a:t>
            </a:r>
          </a:p>
          <a:p>
            <a:r>
              <a:rPr lang="en-US" dirty="0"/>
              <a:t>Waste reduction</a:t>
            </a:r>
          </a:p>
          <a:p>
            <a:r>
              <a:rPr lang="en-US" dirty="0"/>
              <a:t>Water conservation</a:t>
            </a:r>
          </a:p>
        </p:txBody>
      </p:sp>
    </p:spTree>
    <p:extLst>
      <p:ext uri="{BB962C8B-B14F-4D97-AF65-F5344CB8AC3E}">
        <p14:creationId xmlns:p14="http://schemas.microsoft.com/office/powerpoint/2010/main" val="23639955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B4EB3-85F1-8A77-09E4-9D41686BDAF4}"/>
              </a:ext>
            </a:extLst>
          </p:cNvPr>
          <p:cNvSpPr>
            <a:spLocks noGrp="1"/>
          </p:cNvSpPr>
          <p:nvPr>
            <p:ph type="ctrTitle"/>
          </p:nvPr>
        </p:nvSpPr>
        <p:spPr>
          <a:xfrm>
            <a:off x="685800" y="685799"/>
            <a:ext cx="10058400" cy="4572000"/>
          </a:xfrm>
        </p:spPr>
        <p:txBody>
          <a:bodyPr/>
          <a:lstStyle/>
          <a:p>
            <a:r>
              <a:rPr lang="en-US" dirty="0"/>
              <a:t>Thank you</a:t>
            </a:r>
          </a:p>
        </p:txBody>
      </p:sp>
      <p:sp>
        <p:nvSpPr>
          <p:cNvPr id="3" name="Subtitle 2">
            <a:extLst>
              <a:ext uri="{FF2B5EF4-FFF2-40B4-BE49-F238E27FC236}">
                <a16:creationId xmlns:a16="http://schemas.microsoft.com/office/drawing/2014/main" id="{FB1FE37F-A983-EE97-55B3-FC18A8719DCE}"/>
              </a:ext>
            </a:extLst>
          </p:cNvPr>
          <p:cNvSpPr>
            <a:spLocks noGrp="1"/>
          </p:cNvSpPr>
          <p:nvPr>
            <p:ph type="subTitle" idx="1"/>
          </p:nvPr>
        </p:nvSpPr>
        <p:spPr>
          <a:xfrm>
            <a:off x="685799" y="5257798"/>
            <a:ext cx="10820397" cy="911425"/>
          </a:xfrm>
        </p:spPr>
        <p:txBody>
          <a:bodyPr>
            <a:normAutofit/>
          </a:bodyPr>
          <a:lstStyle/>
          <a:p>
            <a:r>
              <a:rPr lang="en-US" dirty="0"/>
              <a:t>Sonu Jain | sjain@contoso.com | www.contoso.com</a:t>
            </a:r>
          </a:p>
        </p:txBody>
      </p:sp>
    </p:spTree>
    <p:extLst>
      <p:ext uri="{BB962C8B-B14F-4D97-AF65-F5344CB8AC3E}">
        <p14:creationId xmlns:p14="http://schemas.microsoft.com/office/powerpoint/2010/main" val="2767128779"/>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TM89119559_Win32_SL_v9" id="{F0446A71-0E2F-4374-B5F7-68CC97B41AC5}" vid="{5F7109B1-5E17-45DE-A450-61A147814B4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35" row="1">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BEC300C1-45ED-4616-A9A2-6B9B152D21DA}">
  <we:reference id="wa200005669" version="2.0.0.0" store="en-US" storeType="OMEX"/>
  <we:alternateReferences>
    <we:reference id="WA200005669" version="2.0.0.0" store="WA200005669"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C9C7FD3E-4C5C-4562-8682-57A3BBC1AA44}">
  <we:reference id="wa200007130" version="1.0.0.1" store="en-US" storeType="OMEX"/>
  <we:alternateReferences>
    <we:reference id="WA200007130" version="1.0.0.1" store="WA200007130"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DA0F62E9-537D-4B86-A5A3-DCAED002D6F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E9E9A08A-3D48-4730-8B6D-01A15F4E9B00}">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060367E2-A4EF-4F83-9408-21F92ABD6937}">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Vert diagram presentation</Template>
  <TotalTime>46</TotalTime>
  <Words>358</Words>
  <Application>Microsoft Office PowerPoint</Application>
  <PresentationFormat>Widescreen</PresentationFormat>
  <Paragraphs>112</Paragraphs>
  <Slides>13</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Aptos</vt:lpstr>
      <vt:lpstr>Calibri</vt:lpstr>
      <vt:lpstr>Trebuchet MS</vt:lpstr>
      <vt:lpstr>Wingdings 3</vt:lpstr>
      <vt:lpstr>Facet</vt:lpstr>
      <vt:lpstr>Smart Waste Bin ECE-CK801</vt:lpstr>
      <vt:lpstr>Project  Overview</vt:lpstr>
      <vt:lpstr>Containerized Pipeline and MQTT Communication</vt:lpstr>
      <vt:lpstr>Project Layout</vt:lpstr>
      <vt:lpstr>Market Expansion</vt:lpstr>
      <vt:lpstr>Product launch</vt:lpstr>
      <vt:lpstr>Marketing strategies</vt:lpstr>
      <vt:lpstr>Financial overview</vt:lpstr>
      <vt:lpstr>Quarterly targets</vt:lpstr>
      <vt:lpstr>Financial snapshot</vt:lpstr>
      <vt:lpstr>Innovative solutions</vt:lpstr>
      <vt:lpstr>Future initiatives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ΦΙΛΟΠΟΥΛΟΣ ΔΗΜΗΤΡΙΟΣ</dc:creator>
  <cp:lastModifiedBy>ΦΙΛΟΠΟΥΛΟΣ ΔΗΜΗΤΡΙΟΣ</cp:lastModifiedBy>
  <cp:revision>5</cp:revision>
  <dcterms:created xsi:type="dcterms:W3CDTF">2026-05-21T20:23:46Z</dcterms:created>
  <dcterms:modified xsi:type="dcterms:W3CDTF">2026-05-21T21:09:57Z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