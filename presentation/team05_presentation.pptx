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268" r:id="rId5"/>
    <p:sldId id="324" r:id="rId6"/>
    <p:sldId id="335" r:id="rId7"/>
    <p:sldId id="334" r:id="rId8"/>
    <p:sldId id="336" r:id="rId9"/>
    <p:sldId id="333" r:id="rId10"/>
    <p:sldId id="339" r:id="rId11"/>
    <p:sldId id="337" r:id="rId12"/>
    <p:sldId id="340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E9639D4-E3E2-4D34-9284-5A2195B3D0D7}"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352" autoAdjust="0"/>
    <p:restoredTop sz="94667" autoAdjust="0"/>
  </p:normalViewPr>
  <p:slideViewPr>
    <p:cSldViewPr snapToGrid="0">
      <p:cViewPr>
        <p:scale>
          <a:sx n="100" d="100"/>
          <a:sy n="100" d="100"/>
        </p:scale>
        <p:origin x="274" y="-8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1A93498-009D-41DA-8515-F884E79DB17C}" type="doc">
      <dgm:prSet loTypeId="urn:microsoft.com/office/officeart/2005/8/layout/vProcess5" loCatId="process" qsTypeId="urn:microsoft.com/office/officeart/2005/8/quickstyle/simple4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793B98AA-F804-4229-BFF9-015B0A3D5B4C}">
      <dgm:prSet/>
      <dgm:spPr>
        <a:solidFill>
          <a:srgbClr val="92D050"/>
        </a:solidFill>
        <a:ln>
          <a:solidFill>
            <a:schemeClr val="tx1"/>
          </a:solidFill>
        </a:ln>
      </dgm:spPr>
      <dgm:t>
        <a:bodyPr/>
        <a:lstStyle/>
        <a:p>
          <a:r>
            <a:rPr lang="en-US"/>
            <a:t>Containerized Services </a:t>
          </a:r>
        </a:p>
      </dgm:t>
    </dgm:pt>
    <dgm:pt modelId="{94DBFDB8-55FF-4A61-BCA5-A7F30A52F51B}" type="parTrans" cxnId="{8907FE0C-4278-4B46-B99C-05006855FD20}">
      <dgm:prSet/>
      <dgm:spPr/>
      <dgm:t>
        <a:bodyPr/>
        <a:lstStyle/>
        <a:p>
          <a:endParaRPr lang="en-US"/>
        </a:p>
      </dgm:t>
    </dgm:pt>
    <dgm:pt modelId="{930B395B-477A-46DC-9BAD-570BDD874CA1}" type="sibTrans" cxnId="{8907FE0C-4278-4B46-B99C-05006855FD20}">
      <dgm:prSet phldrT="01"/>
      <dgm:spPr/>
      <dgm:t>
        <a:bodyPr/>
        <a:lstStyle/>
        <a:p>
          <a:endParaRPr lang="en-US" dirty="0"/>
        </a:p>
      </dgm:t>
    </dgm:pt>
    <dgm:pt modelId="{908F15CF-5191-4C7F-8DFF-A1B442DC5CAA}">
      <dgm:prSet/>
      <dgm:spPr>
        <a:solidFill>
          <a:srgbClr val="92D050"/>
        </a:solidFill>
        <a:ln>
          <a:solidFill>
            <a:schemeClr val="tx1"/>
          </a:solidFill>
        </a:ln>
      </dgm:spPr>
      <dgm:t>
        <a:bodyPr/>
        <a:lstStyle/>
        <a:p>
          <a:r>
            <a:rPr lang="en-US"/>
            <a:t>MQTT Communication</a:t>
          </a:r>
        </a:p>
      </dgm:t>
    </dgm:pt>
    <dgm:pt modelId="{FE0162C1-B00E-4E5F-AC1D-DCADDB001EBD}" type="parTrans" cxnId="{D129EEE8-4A45-4F39-BE89-DCDFD2581147}">
      <dgm:prSet/>
      <dgm:spPr/>
      <dgm:t>
        <a:bodyPr/>
        <a:lstStyle/>
        <a:p>
          <a:endParaRPr lang="en-US"/>
        </a:p>
      </dgm:t>
    </dgm:pt>
    <dgm:pt modelId="{4D265A30-6A82-452B-93D5-02163F2AD475}" type="sibTrans" cxnId="{D129EEE8-4A45-4F39-BE89-DCDFD2581147}">
      <dgm:prSet phldrT="02"/>
      <dgm:spPr/>
      <dgm:t>
        <a:bodyPr/>
        <a:lstStyle/>
        <a:p>
          <a:endParaRPr lang="en-US" dirty="0"/>
        </a:p>
      </dgm:t>
    </dgm:pt>
    <dgm:pt modelId="{96FD271C-6B65-4800-980F-B5255D7DBA4C}">
      <dgm:prSet/>
      <dgm:spPr>
        <a:solidFill>
          <a:srgbClr val="92D050"/>
        </a:solidFill>
        <a:ln>
          <a:solidFill>
            <a:schemeClr val="tx1"/>
          </a:solidFill>
        </a:ln>
      </dgm:spPr>
      <dgm:t>
        <a:bodyPr/>
        <a:lstStyle/>
        <a:p>
          <a:r>
            <a:rPr lang="en-US"/>
            <a:t>Semantic model</a:t>
          </a:r>
        </a:p>
      </dgm:t>
    </dgm:pt>
    <dgm:pt modelId="{7E2EB996-036D-4168-970F-0399EA534C56}" type="parTrans" cxnId="{C456C0A7-2D63-498E-BA04-15B84ED450CB}">
      <dgm:prSet/>
      <dgm:spPr/>
      <dgm:t>
        <a:bodyPr/>
        <a:lstStyle/>
        <a:p>
          <a:endParaRPr lang="en-US"/>
        </a:p>
      </dgm:t>
    </dgm:pt>
    <dgm:pt modelId="{FE284703-DC56-4C4E-A24E-BFEF668DEA9C}" type="sibTrans" cxnId="{C456C0A7-2D63-498E-BA04-15B84ED450CB}">
      <dgm:prSet phldrT="03"/>
      <dgm:spPr/>
      <dgm:t>
        <a:bodyPr/>
        <a:lstStyle/>
        <a:p>
          <a:endParaRPr lang="en-US" dirty="0"/>
        </a:p>
      </dgm:t>
    </dgm:pt>
    <dgm:pt modelId="{956AE04C-BA5E-4C28-8455-609C211C179C}">
      <dgm:prSet/>
      <dgm:spPr>
        <a:solidFill>
          <a:srgbClr val="92D050"/>
        </a:solidFill>
        <a:ln>
          <a:solidFill>
            <a:schemeClr val="tx1"/>
          </a:solidFill>
        </a:ln>
      </dgm:spPr>
      <dgm:t>
        <a:bodyPr/>
        <a:lstStyle/>
        <a:p>
          <a:r>
            <a:rPr lang="en-US"/>
            <a:t>REST + ASYNCAPI</a:t>
          </a:r>
        </a:p>
      </dgm:t>
    </dgm:pt>
    <dgm:pt modelId="{B9D9DE2D-5BB2-4E29-8C75-656E591279CA}" type="parTrans" cxnId="{03B1BE02-227F-484C-B1BD-3C6754368753}">
      <dgm:prSet/>
      <dgm:spPr/>
      <dgm:t>
        <a:bodyPr/>
        <a:lstStyle/>
        <a:p>
          <a:endParaRPr lang="en-US"/>
        </a:p>
      </dgm:t>
    </dgm:pt>
    <dgm:pt modelId="{D351AF17-BA1B-4482-8FAF-192016EB687F}" type="sibTrans" cxnId="{03B1BE02-227F-484C-B1BD-3C6754368753}">
      <dgm:prSet phldrT="04"/>
      <dgm:spPr/>
      <dgm:t>
        <a:bodyPr/>
        <a:lstStyle/>
        <a:p>
          <a:endParaRPr lang="en-US" dirty="0"/>
        </a:p>
      </dgm:t>
    </dgm:pt>
    <dgm:pt modelId="{C54B8314-90AB-49A7-92B4-61DF19810068}">
      <dgm:prSet/>
      <dgm:spPr>
        <a:solidFill>
          <a:srgbClr val="92D050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/>
            <a:t>Virtual Sensors, Home Assistant and Low Code Platforms</a:t>
          </a:r>
        </a:p>
      </dgm:t>
    </dgm:pt>
    <dgm:pt modelId="{4F2452E7-BF8D-4CF2-822C-4EF6A2379659}" type="parTrans" cxnId="{FB21FC1A-2811-4682-8269-688D89916A96}">
      <dgm:prSet/>
      <dgm:spPr/>
      <dgm:t>
        <a:bodyPr/>
        <a:lstStyle/>
        <a:p>
          <a:endParaRPr lang="en-US"/>
        </a:p>
      </dgm:t>
    </dgm:pt>
    <dgm:pt modelId="{A3F5990B-226C-4D10-A524-61AF63CF567D}" type="sibTrans" cxnId="{FB21FC1A-2811-4682-8269-688D89916A96}">
      <dgm:prSet phldrT="05"/>
      <dgm:spPr/>
      <dgm:t>
        <a:bodyPr/>
        <a:lstStyle/>
        <a:p>
          <a:endParaRPr lang="en-US"/>
        </a:p>
      </dgm:t>
    </dgm:pt>
    <dgm:pt modelId="{5C4ABCA5-463A-4E6D-87DC-F51B2C4B73D1}" type="pres">
      <dgm:prSet presAssocID="{11A93498-009D-41DA-8515-F884E79DB17C}" presName="outerComposite" presStyleCnt="0">
        <dgm:presLayoutVars>
          <dgm:chMax val="5"/>
          <dgm:dir/>
          <dgm:resizeHandles val="exact"/>
        </dgm:presLayoutVars>
      </dgm:prSet>
      <dgm:spPr/>
    </dgm:pt>
    <dgm:pt modelId="{2931BD7A-4095-41FC-AD6A-D8B02402469E}" type="pres">
      <dgm:prSet presAssocID="{11A93498-009D-41DA-8515-F884E79DB17C}" presName="dummyMaxCanvas" presStyleCnt="0">
        <dgm:presLayoutVars/>
      </dgm:prSet>
      <dgm:spPr/>
    </dgm:pt>
    <dgm:pt modelId="{1253D78A-EE26-4949-87F7-970B2F6E8732}" type="pres">
      <dgm:prSet presAssocID="{11A93498-009D-41DA-8515-F884E79DB17C}" presName="FiveNodes_1" presStyleLbl="node1" presStyleIdx="0" presStyleCnt="5">
        <dgm:presLayoutVars>
          <dgm:bulletEnabled val="1"/>
        </dgm:presLayoutVars>
      </dgm:prSet>
      <dgm:spPr/>
    </dgm:pt>
    <dgm:pt modelId="{601177F8-9FA5-4B8E-BF72-529E4C5D6CBB}" type="pres">
      <dgm:prSet presAssocID="{11A93498-009D-41DA-8515-F884E79DB17C}" presName="FiveNodes_2" presStyleLbl="node1" presStyleIdx="1" presStyleCnt="5">
        <dgm:presLayoutVars>
          <dgm:bulletEnabled val="1"/>
        </dgm:presLayoutVars>
      </dgm:prSet>
      <dgm:spPr/>
    </dgm:pt>
    <dgm:pt modelId="{08AEE2B9-D66B-47D3-845B-F60E88099D91}" type="pres">
      <dgm:prSet presAssocID="{11A93498-009D-41DA-8515-F884E79DB17C}" presName="FiveNodes_3" presStyleLbl="node1" presStyleIdx="2" presStyleCnt="5">
        <dgm:presLayoutVars>
          <dgm:bulletEnabled val="1"/>
        </dgm:presLayoutVars>
      </dgm:prSet>
      <dgm:spPr/>
    </dgm:pt>
    <dgm:pt modelId="{B3A46571-1F49-446A-9D68-A062AA4B59B9}" type="pres">
      <dgm:prSet presAssocID="{11A93498-009D-41DA-8515-F884E79DB17C}" presName="FiveNodes_4" presStyleLbl="node1" presStyleIdx="3" presStyleCnt="5">
        <dgm:presLayoutVars>
          <dgm:bulletEnabled val="1"/>
        </dgm:presLayoutVars>
      </dgm:prSet>
      <dgm:spPr/>
    </dgm:pt>
    <dgm:pt modelId="{75179FB3-F54A-40B3-92CF-19AFCF0E6AE2}" type="pres">
      <dgm:prSet presAssocID="{11A93498-009D-41DA-8515-F884E79DB17C}" presName="FiveNodes_5" presStyleLbl="node1" presStyleIdx="4" presStyleCnt="5">
        <dgm:presLayoutVars>
          <dgm:bulletEnabled val="1"/>
        </dgm:presLayoutVars>
      </dgm:prSet>
      <dgm:spPr/>
    </dgm:pt>
    <dgm:pt modelId="{EEC13B8F-7A31-4089-B1A4-FE80DB463D34}" type="pres">
      <dgm:prSet presAssocID="{11A93498-009D-41DA-8515-F884E79DB17C}" presName="FiveConn_1-2" presStyleLbl="fgAccFollowNode1" presStyleIdx="0" presStyleCnt="4">
        <dgm:presLayoutVars>
          <dgm:bulletEnabled val="1"/>
        </dgm:presLayoutVars>
      </dgm:prSet>
      <dgm:spPr/>
    </dgm:pt>
    <dgm:pt modelId="{D8592667-73A9-422D-8F1E-6987FC9DB492}" type="pres">
      <dgm:prSet presAssocID="{11A93498-009D-41DA-8515-F884E79DB17C}" presName="FiveConn_2-3" presStyleLbl="fgAccFollowNode1" presStyleIdx="1" presStyleCnt="4">
        <dgm:presLayoutVars>
          <dgm:bulletEnabled val="1"/>
        </dgm:presLayoutVars>
      </dgm:prSet>
      <dgm:spPr/>
    </dgm:pt>
    <dgm:pt modelId="{2122A8EC-AF7A-4285-B28A-07AE29E4CD16}" type="pres">
      <dgm:prSet presAssocID="{11A93498-009D-41DA-8515-F884E79DB17C}" presName="FiveConn_3-4" presStyleLbl="fgAccFollowNode1" presStyleIdx="2" presStyleCnt="4">
        <dgm:presLayoutVars>
          <dgm:bulletEnabled val="1"/>
        </dgm:presLayoutVars>
      </dgm:prSet>
      <dgm:spPr/>
    </dgm:pt>
    <dgm:pt modelId="{B9CA095A-82C6-4EC3-8359-59650A70F17F}" type="pres">
      <dgm:prSet presAssocID="{11A93498-009D-41DA-8515-F884E79DB17C}" presName="FiveConn_4-5" presStyleLbl="fgAccFollowNode1" presStyleIdx="3" presStyleCnt="4">
        <dgm:presLayoutVars>
          <dgm:bulletEnabled val="1"/>
        </dgm:presLayoutVars>
      </dgm:prSet>
      <dgm:spPr/>
    </dgm:pt>
    <dgm:pt modelId="{11878B67-823B-4AED-A4E3-E1F53EACBA69}" type="pres">
      <dgm:prSet presAssocID="{11A93498-009D-41DA-8515-F884E79DB17C}" presName="FiveNodes_1_text" presStyleLbl="node1" presStyleIdx="4" presStyleCnt="5">
        <dgm:presLayoutVars>
          <dgm:bulletEnabled val="1"/>
        </dgm:presLayoutVars>
      </dgm:prSet>
      <dgm:spPr/>
    </dgm:pt>
    <dgm:pt modelId="{151474FF-E1D4-4A14-AB1D-F61B3CE943D5}" type="pres">
      <dgm:prSet presAssocID="{11A93498-009D-41DA-8515-F884E79DB17C}" presName="FiveNodes_2_text" presStyleLbl="node1" presStyleIdx="4" presStyleCnt="5">
        <dgm:presLayoutVars>
          <dgm:bulletEnabled val="1"/>
        </dgm:presLayoutVars>
      </dgm:prSet>
      <dgm:spPr/>
    </dgm:pt>
    <dgm:pt modelId="{BCB5C3DA-450C-4644-A58D-541C9D328BD8}" type="pres">
      <dgm:prSet presAssocID="{11A93498-009D-41DA-8515-F884E79DB17C}" presName="FiveNodes_3_text" presStyleLbl="node1" presStyleIdx="4" presStyleCnt="5">
        <dgm:presLayoutVars>
          <dgm:bulletEnabled val="1"/>
        </dgm:presLayoutVars>
      </dgm:prSet>
      <dgm:spPr/>
    </dgm:pt>
    <dgm:pt modelId="{83E11C0D-7BCA-44AF-8E8D-3FDC2E1AB1E8}" type="pres">
      <dgm:prSet presAssocID="{11A93498-009D-41DA-8515-F884E79DB17C}" presName="FiveNodes_4_text" presStyleLbl="node1" presStyleIdx="4" presStyleCnt="5">
        <dgm:presLayoutVars>
          <dgm:bulletEnabled val="1"/>
        </dgm:presLayoutVars>
      </dgm:prSet>
      <dgm:spPr/>
    </dgm:pt>
    <dgm:pt modelId="{E9D67DF3-3BAA-4227-8FC4-5B6F8CF46D9C}" type="pres">
      <dgm:prSet presAssocID="{11A93498-009D-41DA-8515-F884E79DB17C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03B1BE02-227F-484C-B1BD-3C6754368753}" srcId="{11A93498-009D-41DA-8515-F884E79DB17C}" destId="{956AE04C-BA5E-4C28-8455-609C211C179C}" srcOrd="3" destOrd="0" parTransId="{B9D9DE2D-5BB2-4E29-8C75-656E591279CA}" sibTransId="{D351AF17-BA1B-4482-8FAF-192016EB687F}"/>
    <dgm:cxn modelId="{8907FE0C-4278-4B46-B99C-05006855FD20}" srcId="{11A93498-009D-41DA-8515-F884E79DB17C}" destId="{793B98AA-F804-4229-BFF9-015B0A3D5B4C}" srcOrd="0" destOrd="0" parTransId="{94DBFDB8-55FF-4A61-BCA5-A7F30A52F51B}" sibTransId="{930B395B-477A-46DC-9BAD-570BDD874CA1}"/>
    <dgm:cxn modelId="{14C10317-6A7D-4C25-8F5E-80559BED90B6}" type="presOf" srcId="{908F15CF-5191-4C7F-8DFF-A1B442DC5CAA}" destId="{601177F8-9FA5-4B8E-BF72-529E4C5D6CBB}" srcOrd="0" destOrd="0" presId="urn:microsoft.com/office/officeart/2005/8/layout/vProcess5"/>
    <dgm:cxn modelId="{FB21FC1A-2811-4682-8269-688D89916A96}" srcId="{11A93498-009D-41DA-8515-F884E79DB17C}" destId="{C54B8314-90AB-49A7-92B4-61DF19810068}" srcOrd="4" destOrd="0" parTransId="{4F2452E7-BF8D-4CF2-822C-4EF6A2379659}" sibTransId="{A3F5990B-226C-4D10-A524-61AF63CF567D}"/>
    <dgm:cxn modelId="{F9325626-1FCA-4564-9F7C-F49DB1C8767A}" type="presOf" srcId="{4D265A30-6A82-452B-93D5-02163F2AD475}" destId="{D8592667-73A9-422D-8F1E-6987FC9DB492}" srcOrd="0" destOrd="0" presId="urn:microsoft.com/office/officeart/2005/8/layout/vProcess5"/>
    <dgm:cxn modelId="{8D8B6567-BD7A-40E2-8937-484F641F1FA9}" type="presOf" srcId="{C54B8314-90AB-49A7-92B4-61DF19810068}" destId="{75179FB3-F54A-40B3-92CF-19AFCF0E6AE2}" srcOrd="0" destOrd="0" presId="urn:microsoft.com/office/officeart/2005/8/layout/vProcess5"/>
    <dgm:cxn modelId="{E43BAE4E-43D8-4257-9888-C265973FDE93}" type="presOf" srcId="{C54B8314-90AB-49A7-92B4-61DF19810068}" destId="{E9D67DF3-3BAA-4227-8FC4-5B6F8CF46D9C}" srcOrd="1" destOrd="0" presId="urn:microsoft.com/office/officeart/2005/8/layout/vProcess5"/>
    <dgm:cxn modelId="{E5C3554F-16B3-424C-9307-276901BED073}" type="presOf" srcId="{930B395B-477A-46DC-9BAD-570BDD874CA1}" destId="{EEC13B8F-7A31-4089-B1A4-FE80DB463D34}" srcOrd="0" destOrd="0" presId="urn:microsoft.com/office/officeart/2005/8/layout/vProcess5"/>
    <dgm:cxn modelId="{55C0D651-5A2D-4EE8-897A-15329A207376}" type="presOf" srcId="{FE284703-DC56-4C4E-A24E-BFEF668DEA9C}" destId="{2122A8EC-AF7A-4285-B28A-07AE29E4CD16}" srcOrd="0" destOrd="0" presId="urn:microsoft.com/office/officeart/2005/8/layout/vProcess5"/>
    <dgm:cxn modelId="{81AA4952-9AFB-4824-9218-01572351646C}" type="presOf" srcId="{11A93498-009D-41DA-8515-F884E79DB17C}" destId="{5C4ABCA5-463A-4E6D-87DC-F51B2C4B73D1}" srcOrd="0" destOrd="0" presId="urn:microsoft.com/office/officeart/2005/8/layout/vProcess5"/>
    <dgm:cxn modelId="{1656985A-9847-47D6-B5D0-BC2F716CEA79}" type="presOf" srcId="{956AE04C-BA5E-4C28-8455-609C211C179C}" destId="{83E11C0D-7BCA-44AF-8E8D-3FDC2E1AB1E8}" srcOrd="1" destOrd="0" presId="urn:microsoft.com/office/officeart/2005/8/layout/vProcess5"/>
    <dgm:cxn modelId="{B0EE0A86-62EB-4DB0-82A1-49D241C0CA3E}" type="presOf" srcId="{96FD271C-6B65-4800-980F-B5255D7DBA4C}" destId="{BCB5C3DA-450C-4644-A58D-541C9D328BD8}" srcOrd="1" destOrd="0" presId="urn:microsoft.com/office/officeart/2005/8/layout/vProcess5"/>
    <dgm:cxn modelId="{331A838F-CF66-4143-9E2B-25221DDA476B}" type="presOf" srcId="{D351AF17-BA1B-4482-8FAF-192016EB687F}" destId="{B9CA095A-82C6-4EC3-8359-59650A70F17F}" srcOrd="0" destOrd="0" presId="urn:microsoft.com/office/officeart/2005/8/layout/vProcess5"/>
    <dgm:cxn modelId="{9E76A2A2-C040-4947-AFC8-DBBB84C29DB9}" type="presOf" srcId="{956AE04C-BA5E-4C28-8455-609C211C179C}" destId="{B3A46571-1F49-446A-9D68-A062AA4B59B9}" srcOrd="0" destOrd="0" presId="urn:microsoft.com/office/officeart/2005/8/layout/vProcess5"/>
    <dgm:cxn modelId="{C456C0A7-2D63-498E-BA04-15B84ED450CB}" srcId="{11A93498-009D-41DA-8515-F884E79DB17C}" destId="{96FD271C-6B65-4800-980F-B5255D7DBA4C}" srcOrd="2" destOrd="0" parTransId="{7E2EB996-036D-4168-970F-0399EA534C56}" sibTransId="{FE284703-DC56-4C4E-A24E-BFEF668DEA9C}"/>
    <dgm:cxn modelId="{D8660BDF-BEDB-4119-948A-EFBAA44F6F13}" type="presOf" srcId="{793B98AA-F804-4229-BFF9-015B0A3D5B4C}" destId="{11878B67-823B-4AED-A4E3-E1F53EACBA69}" srcOrd="1" destOrd="0" presId="urn:microsoft.com/office/officeart/2005/8/layout/vProcess5"/>
    <dgm:cxn modelId="{A7A747DF-80A5-47E0-A64A-2AEEB97FAF31}" type="presOf" srcId="{96FD271C-6B65-4800-980F-B5255D7DBA4C}" destId="{08AEE2B9-D66B-47D3-845B-F60E88099D91}" srcOrd="0" destOrd="0" presId="urn:microsoft.com/office/officeart/2005/8/layout/vProcess5"/>
    <dgm:cxn modelId="{BF8220E3-D7E8-4CD5-AF14-4179FA9C873C}" type="presOf" srcId="{908F15CF-5191-4C7F-8DFF-A1B442DC5CAA}" destId="{151474FF-E1D4-4A14-AB1D-F61B3CE943D5}" srcOrd="1" destOrd="0" presId="urn:microsoft.com/office/officeart/2005/8/layout/vProcess5"/>
    <dgm:cxn modelId="{E57C7DE4-BF58-4256-8E1B-8975A5073F71}" type="presOf" srcId="{793B98AA-F804-4229-BFF9-015B0A3D5B4C}" destId="{1253D78A-EE26-4949-87F7-970B2F6E8732}" srcOrd="0" destOrd="0" presId="urn:microsoft.com/office/officeart/2005/8/layout/vProcess5"/>
    <dgm:cxn modelId="{D129EEE8-4A45-4F39-BE89-DCDFD2581147}" srcId="{11A93498-009D-41DA-8515-F884E79DB17C}" destId="{908F15CF-5191-4C7F-8DFF-A1B442DC5CAA}" srcOrd="1" destOrd="0" parTransId="{FE0162C1-B00E-4E5F-AC1D-DCADDB001EBD}" sibTransId="{4D265A30-6A82-452B-93D5-02163F2AD475}"/>
    <dgm:cxn modelId="{C1E9CB33-AAF3-409A-AEF4-F1483532DA57}" type="presParOf" srcId="{5C4ABCA5-463A-4E6D-87DC-F51B2C4B73D1}" destId="{2931BD7A-4095-41FC-AD6A-D8B02402469E}" srcOrd="0" destOrd="0" presId="urn:microsoft.com/office/officeart/2005/8/layout/vProcess5"/>
    <dgm:cxn modelId="{DBE3ADDD-4286-44BB-9920-0D10D86D9AF7}" type="presParOf" srcId="{5C4ABCA5-463A-4E6D-87DC-F51B2C4B73D1}" destId="{1253D78A-EE26-4949-87F7-970B2F6E8732}" srcOrd="1" destOrd="0" presId="urn:microsoft.com/office/officeart/2005/8/layout/vProcess5"/>
    <dgm:cxn modelId="{33198D25-D37F-47BF-B815-0D36AEF4805B}" type="presParOf" srcId="{5C4ABCA5-463A-4E6D-87DC-F51B2C4B73D1}" destId="{601177F8-9FA5-4B8E-BF72-529E4C5D6CBB}" srcOrd="2" destOrd="0" presId="urn:microsoft.com/office/officeart/2005/8/layout/vProcess5"/>
    <dgm:cxn modelId="{85216193-1F92-40FA-981C-DA7FFBF61D41}" type="presParOf" srcId="{5C4ABCA5-463A-4E6D-87DC-F51B2C4B73D1}" destId="{08AEE2B9-D66B-47D3-845B-F60E88099D91}" srcOrd="3" destOrd="0" presId="urn:microsoft.com/office/officeart/2005/8/layout/vProcess5"/>
    <dgm:cxn modelId="{6671CFE8-DD8D-4EC2-95C1-81DF41A345C4}" type="presParOf" srcId="{5C4ABCA5-463A-4E6D-87DC-F51B2C4B73D1}" destId="{B3A46571-1F49-446A-9D68-A062AA4B59B9}" srcOrd="4" destOrd="0" presId="urn:microsoft.com/office/officeart/2005/8/layout/vProcess5"/>
    <dgm:cxn modelId="{C753E3AE-ACD2-40FA-8D3B-CA53B2886E98}" type="presParOf" srcId="{5C4ABCA5-463A-4E6D-87DC-F51B2C4B73D1}" destId="{75179FB3-F54A-40B3-92CF-19AFCF0E6AE2}" srcOrd="5" destOrd="0" presId="urn:microsoft.com/office/officeart/2005/8/layout/vProcess5"/>
    <dgm:cxn modelId="{DBE4BA50-5A74-4DE3-8884-F52145DFB8E8}" type="presParOf" srcId="{5C4ABCA5-463A-4E6D-87DC-F51B2C4B73D1}" destId="{EEC13B8F-7A31-4089-B1A4-FE80DB463D34}" srcOrd="6" destOrd="0" presId="urn:microsoft.com/office/officeart/2005/8/layout/vProcess5"/>
    <dgm:cxn modelId="{C707534A-AE62-4706-AE77-26BEAF6FD99C}" type="presParOf" srcId="{5C4ABCA5-463A-4E6D-87DC-F51B2C4B73D1}" destId="{D8592667-73A9-422D-8F1E-6987FC9DB492}" srcOrd="7" destOrd="0" presId="urn:microsoft.com/office/officeart/2005/8/layout/vProcess5"/>
    <dgm:cxn modelId="{07C112CC-FBA5-434F-9725-B5641E13B809}" type="presParOf" srcId="{5C4ABCA5-463A-4E6D-87DC-F51B2C4B73D1}" destId="{2122A8EC-AF7A-4285-B28A-07AE29E4CD16}" srcOrd="8" destOrd="0" presId="urn:microsoft.com/office/officeart/2005/8/layout/vProcess5"/>
    <dgm:cxn modelId="{6AF54C27-FEC0-4595-97E1-338D2F2C6BC4}" type="presParOf" srcId="{5C4ABCA5-463A-4E6D-87DC-F51B2C4B73D1}" destId="{B9CA095A-82C6-4EC3-8359-59650A70F17F}" srcOrd="9" destOrd="0" presId="urn:microsoft.com/office/officeart/2005/8/layout/vProcess5"/>
    <dgm:cxn modelId="{8ED8D71C-C2D2-46F8-A070-A70382D928B7}" type="presParOf" srcId="{5C4ABCA5-463A-4E6D-87DC-F51B2C4B73D1}" destId="{11878B67-823B-4AED-A4E3-E1F53EACBA69}" srcOrd="10" destOrd="0" presId="urn:microsoft.com/office/officeart/2005/8/layout/vProcess5"/>
    <dgm:cxn modelId="{DA168EEE-2B34-499D-BA6B-BA879566D8CC}" type="presParOf" srcId="{5C4ABCA5-463A-4E6D-87DC-F51B2C4B73D1}" destId="{151474FF-E1D4-4A14-AB1D-F61B3CE943D5}" srcOrd="11" destOrd="0" presId="urn:microsoft.com/office/officeart/2005/8/layout/vProcess5"/>
    <dgm:cxn modelId="{828172D2-C41B-4119-814A-67EBAA982D4B}" type="presParOf" srcId="{5C4ABCA5-463A-4E6D-87DC-F51B2C4B73D1}" destId="{BCB5C3DA-450C-4644-A58D-541C9D328BD8}" srcOrd="12" destOrd="0" presId="urn:microsoft.com/office/officeart/2005/8/layout/vProcess5"/>
    <dgm:cxn modelId="{EC67276A-C297-4989-8332-A67828FBCFC2}" type="presParOf" srcId="{5C4ABCA5-463A-4E6D-87DC-F51B2C4B73D1}" destId="{83E11C0D-7BCA-44AF-8E8D-3FDC2E1AB1E8}" srcOrd="13" destOrd="0" presId="urn:microsoft.com/office/officeart/2005/8/layout/vProcess5"/>
    <dgm:cxn modelId="{5FE5C307-91BE-4186-9076-534B13A22171}" type="presParOf" srcId="{5C4ABCA5-463A-4E6D-87DC-F51B2C4B73D1}" destId="{E9D67DF3-3BAA-4227-8FC4-5B6F8CF46D9C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253D78A-EE26-4949-87F7-970B2F6E8732}">
      <dsp:nvSpPr>
        <dsp:cNvPr id="0" name=""/>
        <dsp:cNvSpPr/>
      </dsp:nvSpPr>
      <dsp:spPr>
        <a:xfrm>
          <a:off x="0" y="0"/>
          <a:ext cx="8331708" cy="666369"/>
        </a:xfrm>
        <a:prstGeom prst="roundRect">
          <a:avLst>
            <a:gd name="adj" fmla="val 10000"/>
          </a:avLst>
        </a:prstGeom>
        <a:solidFill>
          <a:srgbClr val="92D050"/>
        </a:solidFill>
        <a:ln>
          <a:solidFill>
            <a:schemeClr val="tx1"/>
          </a:solidFill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Containerized Services </a:t>
          </a:r>
        </a:p>
      </dsp:txBody>
      <dsp:txXfrm>
        <a:off x="19517" y="19517"/>
        <a:ext cx="7534679" cy="627335"/>
      </dsp:txXfrm>
    </dsp:sp>
    <dsp:sp modelId="{601177F8-9FA5-4B8E-BF72-529E4C5D6CBB}">
      <dsp:nvSpPr>
        <dsp:cNvPr id="0" name=""/>
        <dsp:cNvSpPr/>
      </dsp:nvSpPr>
      <dsp:spPr>
        <a:xfrm>
          <a:off x="622173" y="758920"/>
          <a:ext cx="8331708" cy="666369"/>
        </a:xfrm>
        <a:prstGeom prst="roundRect">
          <a:avLst>
            <a:gd name="adj" fmla="val 10000"/>
          </a:avLst>
        </a:prstGeom>
        <a:solidFill>
          <a:srgbClr val="92D050"/>
        </a:solidFill>
        <a:ln>
          <a:solidFill>
            <a:schemeClr val="tx1"/>
          </a:solidFill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MQTT Communication</a:t>
          </a:r>
        </a:p>
      </dsp:txBody>
      <dsp:txXfrm>
        <a:off x="641690" y="778437"/>
        <a:ext cx="7237361" cy="627335"/>
      </dsp:txXfrm>
    </dsp:sp>
    <dsp:sp modelId="{08AEE2B9-D66B-47D3-845B-F60E88099D91}">
      <dsp:nvSpPr>
        <dsp:cNvPr id="0" name=""/>
        <dsp:cNvSpPr/>
      </dsp:nvSpPr>
      <dsp:spPr>
        <a:xfrm>
          <a:off x="1244346" y="1517840"/>
          <a:ext cx="8331708" cy="666369"/>
        </a:xfrm>
        <a:prstGeom prst="roundRect">
          <a:avLst>
            <a:gd name="adj" fmla="val 10000"/>
          </a:avLst>
        </a:prstGeom>
        <a:solidFill>
          <a:srgbClr val="92D050"/>
        </a:solidFill>
        <a:ln>
          <a:solidFill>
            <a:schemeClr val="tx1"/>
          </a:solidFill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Semantic model</a:t>
          </a:r>
        </a:p>
      </dsp:txBody>
      <dsp:txXfrm>
        <a:off x="1263863" y="1537357"/>
        <a:ext cx="7237361" cy="627335"/>
      </dsp:txXfrm>
    </dsp:sp>
    <dsp:sp modelId="{B3A46571-1F49-446A-9D68-A062AA4B59B9}">
      <dsp:nvSpPr>
        <dsp:cNvPr id="0" name=""/>
        <dsp:cNvSpPr/>
      </dsp:nvSpPr>
      <dsp:spPr>
        <a:xfrm>
          <a:off x="1866518" y="2276760"/>
          <a:ext cx="8331708" cy="666369"/>
        </a:xfrm>
        <a:prstGeom prst="roundRect">
          <a:avLst>
            <a:gd name="adj" fmla="val 10000"/>
          </a:avLst>
        </a:prstGeom>
        <a:solidFill>
          <a:srgbClr val="92D050"/>
        </a:solidFill>
        <a:ln>
          <a:solidFill>
            <a:schemeClr val="tx1"/>
          </a:solidFill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REST + ASYNCAPI</a:t>
          </a:r>
        </a:p>
      </dsp:txBody>
      <dsp:txXfrm>
        <a:off x="1886035" y="2296277"/>
        <a:ext cx="7237361" cy="627335"/>
      </dsp:txXfrm>
    </dsp:sp>
    <dsp:sp modelId="{75179FB3-F54A-40B3-92CF-19AFCF0E6AE2}">
      <dsp:nvSpPr>
        <dsp:cNvPr id="0" name=""/>
        <dsp:cNvSpPr/>
      </dsp:nvSpPr>
      <dsp:spPr>
        <a:xfrm>
          <a:off x="2488692" y="3035681"/>
          <a:ext cx="8331708" cy="666369"/>
        </a:xfrm>
        <a:prstGeom prst="roundRect">
          <a:avLst>
            <a:gd name="adj" fmla="val 10000"/>
          </a:avLst>
        </a:prstGeom>
        <a:solidFill>
          <a:srgbClr val="92D050"/>
        </a:solidFill>
        <a:ln>
          <a:solidFill>
            <a:schemeClr val="tx1"/>
          </a:solidFill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Virtual Sensors, Home Assistant and Low Code Platforms</a:t>
          </a:r>
        </a:p>
      </dsp:txBody>
      <dsp:txXfrm>
        <a:off x="2508209" y="3055198"/>
        <a:ext cx="7237361" cy="627335"/>
      </dsp:txXfrm>
    </dsp:sp>
    <dsp:sp modelId="{EEC13B8F-7A31-4089-B1A4-FE80DB463D34}">
      <dsp:nvSpPr>
        <dsp:cNvPr id="0" name=""/>
        <dsp:cNvSpPr/>
      </dsp:nvSpPr>
      <dsp:spPr>
        <a:xfrm>
          <a:off x="7898568" y="486819"/>
          <a:ext cx="433139" cy="433139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 dirty="0"/>
        </a:p>
      </dsp:txBody>
      <dsp:txXfrm>
        <a:off x="7996024" y="486819"/>
        <a:ext cx="238227" cy="325937"/>
      </dsp:txXfrm>
    </dsp:sp>
    <dsp:sp modelId="{D8592667-73A9-422D-8F1E-6987FC9DB492}">
      <dsp:nvSpPr>
        <dsp:cNvPr id="0" name=""/>
        <dsp:cNvSpPr/>
      </dsp:nvSpPr>
      <dsp:spPr>
        <a:xfrm>
          <a:off x="8520741" y="1245739"/>
          <a:ext cx="433139" cy="433139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 dirty="0"/>
        </a:p>
      </dsp:txBody>
      <dsp:txXfrm>
        <a:off x="8618197" y="1245739"/>
        <a:ext cx="238227" cy="325937"/>
      </dsp:txXfrm>
    </dsp:sp>
    <dsp:sp modelId="{2122A8EC-AF7A-4285-B28A-07AE29E4CD16}">
      <dsp:nvSpPr>
        <dsp:cNvPr id="0" name=""/>
        <dsp:cNvSpPr/>
      </dsp:nvSpPr>
      <dsp:spPr>
        <a:xfrm>
          <a:off x="9142914" y="1993553"/>
          <a:ext cx="433139" cy="433139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 dirty="0"/>
        </a:p>
      </dsp:txBody>
      <dsp:txXfrm>
        <a:off x="9240370" y="1993553"/>
        <a:ext cx="238227" cy="325937"/>
      </dsp:txXfrm>
    </dsp:sp>
    <dsp:sp modelId="{B9CA095A-82C6-4EC3-8359-59650A70F17F}">
      <dsp:nvSpPr>
        <dsp:cNvPr id="0" name=""/>
        <dsp:cNvSpPr/>
      </dsp:nvSpPr>
      <dsp:spPr>
        <a:xfrm>
          <a:off x="9765087" y="2759878"/>
          <a:ext cx="433139" cy="433139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 dirty="0"/>
        </a:p>
      </dsp:txBody>
      <dsp:txXfrm>
        <a:off x="9862543" y="2759878"/>
        <a:ext cx="238227" cy="32593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C962F03-D7DC-CB6C-79F9-6EDB31BEAE4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8D0420-EBB5-D564-54DE-341AD5F02B8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AD50C4-F1A5-A448-9E63-11D939CA9B7B}" type="datetimeFigureOut">
              <a:rPr lang="en-US" smtClean="0"/>
              <a:t>5/31/2026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5F5A34-0F73-44B8-F88C-ACF0104FF4A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DC5854-4E8A-EB36-303D-1E97CBF232E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260AD6-267C-A84D-8EB9-DEB2595DCFB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813097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D818D7-DF4E-4C59-9BBA-548250DAC33A}" type="datetimeFigureOut">
              <a:rPr lang="en-US" smtClean="0"/>
              <a:t>5/31/2026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900A82-9926-4DBA-8BA5-A22EEB8ACF8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234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900A82-9926-4DBA-8BA5-A22EEB8ACF8E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22821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900A82-9926-4DBA-8BA5-A22EEB8ACF8E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66184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900A82-9926-4DBA-8BA5-A22EEB8ACF8E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05684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5E195471-80E6-2173-AB78-E4AE69292A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563663" y="856093"/>
            <a:ext cx="9064674" cy="5145815"/>
            <a:chOff x="1400539" y="700853"/>
            <a:chExt cx="9699638" cy="5506270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F183DD5A-FAA9-3AB5-A277-0BD8F58B7AC9}"/>
                </a:ext>
              </a:extLst>
            </p:cNvPr>
            <p:cNvSpPr/>
            <p:nvPr userDrawn="1"/>
          </p:nvSpPr>
          <p:spPr>
            <a:xfrm>
              <a:off x="1400539" y="700853"/>
              <a:ext cx="5506270" cy="550627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922BF3AA-2377-DDB1-A0FA-B1CEAEC0FCE9}"/>
                </a:ext>
              </a:extLst>
            </p:cNvPr>
            <p:cNvSpPr/>
            <p:nvPr userDrawn="1"/>
          </p:nvSpPr>
          <p:spPr>
            <a:xfrm>
              <a:off x="5593907" y="700853"/>
              <a:ext cx="5506270" cy="550627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D1324873-CBF5-A3C4-2FED-7A74AB030421}"/>
                </a:ext>
              </a:extLst>
            </p:cNvPr>
            <p:cNvSpPr/>
            <p:nvPr userDrawn="1"/>
          </p:nvSpPr>
          <p:spPr>
            <a:xfrm>
              <a:off x="5593907" y="1672186"/>
              <a:ext cx="1312902" cy="3563605"/>
            </a:xfrm>
            <a:custGeom>
              <a:avLst/>
              <a:gdLst>
                <a:gd name="connsiteX0" fmla="*/ 656451 w 1312902"/>
                <a:gd name="connsiteY0" fmla="*/ 0 h 3563605"/>
                <a:gd name="connsiteX1" fmla="*/ 684220 w 1312902"/>
                <a:gd name="connsiteY1" fmla="*/ 30553 h 3563605"/>
                <a:gd name="connsiteX2" fmla="*/ 1312902 w 1312902"/>
                <a:gd name="connsiteY2" fmla="*/ 1781802 h 3563605"/>
                <a:gd name="connsiteX3" fmla="*/ 684220 w 1312902"/>
                <a:gd name="connsiteY3" fmla="*/ 3533052 h 3563605"/>
                <a:gd name="connsiteX4" fmla="*/ 656451 w 1312902"/>
                <a:gd name="connsiteY4" fmla="*/ 3563605 h 3563605"/>
                <a:gd name="connsiteX5" fmla="*/ 628683 w 1312902"/>
                <a:gd name="connsiteY5" fmla="*/ 3533052 h 3563605"/>
                <a:gd name="connsiteX6" fmla="*/ 0 w 1312902"/>
                <a:gd name="connsiteY6" fmla="*/ 1781802 h 3563605"/>
                <a:gd name="connsiteX7" fmla="*/ 628683 w 1312902"/>
                <a:gd name="connsiteY7" fmla="*/ 30553 h 35636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12902" h="3563605">
                  <a:moveTo>
                    <a:pt x="656451" y="0"/>
                  </a:moveTo>
                  <a:lnTo>
                    <a:pt x="684220" y="30553"/>
                  </a:lnTo>
                  <a:cubicBezTo>
                    <a:pt x="1076971" y="506457"/>
                    <a:pt x="1312902" y="1116577"/>
                    <a:pt x="1312902" y="1781802"/>
                  </a:cubicBezTo>
                  <a:cubicBezTo>
                    <a:pt x="1312902" y="2447027"/>
                    <a:pt x="1076971" y="3057147"/>
                    <a:pt x="684220" y="3533052"/>
                  </a:cubicBezTo>
                  <a:lnTo>
                    <a:pt x="656451" y="3563605"/>
                  </a:lnTo>
                  <a:lnTo>
                    <a:pt x="628683" y="3533052"/>
                  </a:lnTo>
                  <a:cubicBezTo>
                    <a:pt x="235932" y="3057147"/>
                    <a:pt x="0" y="2447027"/>
                    <a:pt x="0" y="1781802"/>
                  </a:cubicBezTo>
                  <a:cubicBezTo>
                    <a:pt x="0" y="1116577"/>
                    <a:pt x="235932" y="506457"/>
                    <a:pt x="628683" y="30553"/>
                  </a:cubicBez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799" y="685799"/>
            <a:ext cx="10058397" cy="4572000"/>
          </a:xfrm>
        </p:spPr>
        <p:txBody>
          <a:bodyPr lIns="0" tIns="0" rIns="0" bIns="0" anchor="t" anchorCtr="0">
            <a:noAutofit/>
          </a:bodyPr>
          <a:lstStyle>
            <a:lvl1pPr algn="l">
              <a:lnSpc>
                <a:spcPct val="100000"/>
              </a:lnSpc>
              <a:defRPr sz="7500" b="1" cap="none" spc="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5D51DDB-9673-3EB3-5A4C-FC9A8E5EB2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830496" y="760864"/>
            <a:ext cx="602728" cy="596004"/>
            <a:chOff x="11118823" y="513726"/>
            <a:chExt cx="602728" cy="596004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BC1B833-D0D3-F240-EFE9-6CA718F4FC37}"/>
                </a:ext>
              </a:extLst>
            </p:cNvPr>
            <p:cNvCxnSpPr>
              <a:cxnSpLocks/>
            </p:cNvCxnSpPr>
            <p:nvPr/>
          </p:nvCxnSpPr>
          <p:spPr>
            <a:xfrm>
              <a:off x="11165541" y="513726"/>
              <a:ext cx="549286" cy="0"/>
            </a:xfrm>
            <a:prstGeom prst="line">
              <a:avLst/>
            </a:prstGeom>
            <a:ln w="127000" cap="sq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357E45EA-B5EA-7651-5C44-B45F5739233C}"/>
                </a:ext>
              </a:extLst>
            </p:cNvPr>
            <p:cNvCxnSpPr>
              <a:cxnSpLocks/>
            </p:cNvCxnSpPr>
            <p:nvPr/>
          </p:nvCxnSpPr>
          <p:spPr>
            <a:xfrm>
              <a:off x="11721551" y="513726"/>
              <a:ext cx="0" cy="544109"/>
            </a:xfrm>
            <a:prstGeom prst="line">
              <a:avLst/>
            </a:prstGeom>
            <a:ln w="127000" cap="sq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2C7A966-3CEC-757D-106F-9E4061AA39B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18823" y="570368"/>
              <a:ext cx="539362" cy="539362"/>
            </a:xfrm>
            <a:prstGeom prst="line">
              <a:avLst/>
            </a:prstGeom>
            <a:ln w="127000" cap="sq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15B6928-C16A-14F7-594D-C117C2FFA2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5800" y="6413944"/>
            <a:ext cx="10820399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DF10B5E-BE44-608A-DE4B-D90C921A83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5185458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77334" y="694944"/>
            <a:ext cx="3789177" cy="4572000"/>
          </a:xfrm>
        </p:spPr>
        <p:txBody>
          <a:bodyPr lIns="0" tIns="0" rIns="0" bIns="0">
            <a:noAutofit/>
          </a:bodyPr>
          <a:lstStyle>
            <a:lvl1pPr>
              <a:lnSpc>
                <a:spcPts val="4500"/>
              </a:lnSpc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753101" y="694945"/>
            <a:ext cx="4297680" cy="5468112"/>
          </a:xfrm>
        </p:spPr>
        <p:txBody>
          <a:bodyPr lIns="0" tIns="0" rIns="0" bIns="0" anchor="t" anchorCtr="0">
            <a:normAutofit/>
          </a:bodyPr>
          <a:lstStyle>
            <a:lvl1pPr marL="457200" indent="-457200">
              <a:lnSpc>
                <a:spcPts val="3000"/>
              </a:lnSpc>
              <a:spcBef>
                <a:spcPts val="2800"/>
              </a:spcBef>
              <a:buSzPct val="100000"/>
              <a:buFont typeface="+mj-lt"/>
              <a:buAutoNum type="arabicPeriod"/>
              <a:defRPr sz="2400"/>
            </a:lvl1pPr>
            <a:lvl2pPr marL="914400" indent="-457200">
              <a:lnSpc>
                <a:spcPts val="3000"/>
              </a:lnSpc>
              <a:spcBef>
                <a:spcPts val="2800"/>
              </a:spcBef>
              <a:buSzPct val="100000"/>
              <a:buFont typeface="+mj-lt"/>
              <a:buAutoNum type="alphaLcPeriod"/>
              <a:defRPr sz="2000"/>
            </a:lvl2pPr>
            <a:lvl3pPr marL="1257300" indent="-342900">
              <a:lnSpc>
                <a:spcPts val="3000"/>
              </a:lnSpc>
              <a:spcBef>
                <a:spcPts val="2800"/>
              </a:spcBef>
              <a:buSzPct val="100000"/>
              <a:buFont typeface="+mj-lt"/>
              <a:buAutoNum type="arabicParenR"/>
              <a:defRPr sz="1800"/>
            </a:lvl3pPr>
            <a:lvl4pPr marL="1714500" indent="-342900">
              <a:lnSpc>
                <a:spcPts val="3000"/>
              </a:lnSpc>
              <a:spcBef>
                <a:spcPts val="2800"/>
              </a:spcBef>
              <a:buSzPct val="100000"/>
              <a:buFont typeface="+mj-lt"/>
              <a:buAutoNum type="alphaLcParenR"/>
              <a:defRPr sz="1600"/>
            </a:lvl4pPr>
            <a:lvl5pPr marL="2171700" indent="-342900">
              <a:lnSpc>
                <a:spcPts val="3000"/>
              </a:lnSpc>
              <a:spcBef>
                <a:spcPts val="2800"/>
              </a:spcBef>
              <a:buSzPct val="100000"/>
              <a:buFont typeface="+mj-lt"/>
              <a:buAutoNum type="romanLcPeriod"/>
              <a:defRPr sz="16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6FD763C-F852-5912-832E-36897F8724F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CDF790A-BE20-4B91-3E2A-684AF14B98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5800" y="6413944"/>
            <a:ext cx="10820399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72434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Title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>
            <a:extLst>
              <a:ext uri="{FF2B5EF4-FFF2-40B4-BE49-F238E27FC236}">
                <a16:creationId xmlns:a16="http://schemas.microsoft.com/office/drawing/2014/main" id="{FB062180-6901-78B5-8F7B-76665DF860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4074761" y="-551669"/>
            <a:ext cx="4042479" cy="5145816"/>
          </a:xfrm>
          <a:custGeom>
            <a:avLst/>
            <a:gdLst>
              <a:gd name="connsiteX0" fmla="*/ 0 w 4042479"/>
              <a:gd name="connsiteY0" fmla="*/ 4683197 h 5145816"/>
              <a:gd name="connsiteX1" fmla="*/ 0 w 4042479"/>
              <a:gd name="connsiteY1" fmla="*/ 462619 h 5145816"/>
              <a:gd name="connsiteX2" fmla="*/ 31034 w 4042479"/>
              <a:gd name="connsiteY2" fmla="*/ 439413 h 5145816"/>
              <a:gd name="connsiteX3" fmla="*/ 1469571 w 4042479"/>
              <a:gd name="connsiteY3" fmla="*/ 0 h 5145816"/>
              <a:gd name="connsiteX4" fmla="*/ 4042479 w 4042479"/>
              <a:gd name="connsiteY4" fmla="*/ 2572908 h 5145816"/>
              <a:gd name="connsiteX5" fmla="*/ 1469571 w 4042479"/>
              <a:gd name="connsiteY5" fmla="*/ 5145816 h 5145816"/>
              <a:gd name="connsiteX6" fmla="*/ 31034 w 4042479"/>
              <a:gd name="connsiteY6" fmla="*/ 4706404 h 51458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42479" h="5145816">
                <a:moveTo>
                  <a:pt x="0" y="4683197"/>
                </a:moveTo>
                <a:lnTo>
                  <a:pt x="0" y="462619"/>
                </a:lnTo>
                <a:lnTo>
                  <a:pt x="31034" y="439413"/>
                </a:lnTo>
                <a:cubicBezTo>
                  <a:pt x="441673" y="161990"/>
                  <a:pt x="936704" y="0"/>
                  <a:pt x="1469571" y="0"/>
                </a:cubicBezTo>
                <a:cubicBezTo>
                  <a:pt x="2890549" y="0"/>
                  <a:pt x="4042479" y="1151930"/>
                  <a:pt x="4042479" y="2572908"/>
                </a:cubicBezTo>
                <a:cubicBezTo>
                  <a:pt x="4042479" y="3993886"/>
                  <a:pt x="2890549" y="5145816"/>
                  <a:pt x="1469571" y="5145816"/>
                </a:cubicBezTo>
                <a:cubicBezTo>
                  <a:pt x="936704" y="5145816"/>
                  <a:pt x="441672" y="4983826"/>
                  <a:pt x="31034" y="4706404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4E5909B6-3BD3-89A6-C532-2485920A25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4074762" y="2263853"/>
            <a:ext cx="4042477" cy="5145816"/>
          </a:xfrm>
          <a:custGeom>
            <a:avLst/>
            <a:gdLst>
              <a:gd name="connsiteX0" fmla="*/ 0 w 4042477"/>
              <a:gd name="connsiteY0" fmla="*/ 2572908 h 5145816"/>
              <a:gd name="connsiteX1" fmla="*/ 2572908 w 4042477"/>
              <a:gd name="connsiteY1" fmla="*/ 0 h 5145816"/>
              <a:gd name="connsiteX2" fmla="*/ 4011446 w 4042477"/>
              <a:gd name="connsiteY2" fmla="*/ 439412 h 5145816"/>
              <a:gd name="connsiteX3" fmla="*/ 4042477 w 4042477"/>
              <a:gd name="connsiteY3" fmla="*/ 462617 h 5145816"/>
              <a:gd name="connsiteX4" fmla="*/ 4042477 w 4042477"/>
              <a:gd name="connsiteY4" fmla="*/ 4683199 h 5145816"/>
              <a:gd name="connsiteX5" fmla="*/ 4011445 w 4042477"/>
              <a:gd name="connsiteY5" fmla="*/ 4706404 h 5145816"/>
              <a:gd name="connsiteX6" fmla="*/ 2572908 w 4042477"/>
              <a:gd name="connsiteY6" fmla="*/ 5145816 h 5145816"/>
              <a:gd name="connsiteX7" fmla="*/ 0 w 4042477"/>
              <a:gd name="connsiteY7" fmla="*/ 2572908 h 51458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42477" h="5145816">
                <a:moveTo>
                  <a:pt x="0" y="2572908"/>
                </a:moveTo>
                <a:cubicBezTo>
                  <a:pt x="0" y="1151930"/>
                  <a:pt x="1151930" y="0"/>
                  <a:pt x="2572908" y="0"/>
                </a:cubicBezTo>
                <a:cubicBezTo>
                  <a:pt x="3105775" y="0"/>
                  <a:pt x="3600807" y="161990"/>
                  <a:pt x="4011446" y="439412"/>
                </a:cubicBezTo>
                <a:lnTo>
                  <a:pt x="4042477" y="462617"/>
                </a:lnTo>
                <a:lnTo>
                  <a:pt x="4042477" y="4683199"/>
                </a:lnTo>
                <a:lnTo>
                  <a:pt x="4011445" y="4706404"/>
                </a:lnTo>
                <a:cubicBezTo>
                  <a:pt x="3600806" y="4983826"/>
                  <a:pt x="3105775" y="5145816"/>
                  <a:pt x="2572908" y="5145816"/>
                </a:cubicBezTo>
                <a:cubicBezTo>
                  <a:pt x="1151930" y="5145816"/>
                  <a:pt x="0" y="3993886"/>
                  <a:pt x="0" y="2572908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D1324873-CBF5-A3C4-2FED-7A74AB0304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5482522" y="1763840"/>
            <a:ext cx="1226956" cy="3330322"/>
          </a:xfrm>
          <a:custGeom>
            <a:avLst/>
            <a:gdLst>
              <a:gd name="connsiteX0" fmla="*/ 656451 w 1312902"/>
              <a:gd name="connsiteY0" fmla="*/ 0 h 3563605"/>
              <a:gd name="connsiteX1" fmla="*/ 684220 w 1312902"/>
              <a:gd name="connsiteY1" fmla="*/ 30553 h 3563605"/>
              <a:gd name="connsiteX2" fmla="*/ 1312902 w 1312902"/>
              <a:gd name="connsiteY2" fmla="*/ 1781802 h 3563605"/>
              <a:gd name="connsiteX3" fmla="*/ 684220 w 1312902"/>
              <a:gd name="connsiteY3" fmla="*/ 3533052 h 3563605"/>
              <a:gd name="connsiteX4" fmla="*/ 656451 w 1312902"/>
              <a:gd name="connsiteY4" fmla="*/ 3563605 h 3563605"/>
              <a:gd name="connsiteX5" fmla="*/ 628683 w 1312902"/>
              <a:gd name="connsiteY5" fmla="*/ 3533052 h 3563605"/>
              <a:gd name="connsiteX6" fmla="*/ 0 w 1312902"/>
              <a:gd name="connsiteY6" fmla="*/ 1781802 h 3563605"/>
              <a:gd name="connsiteX7" fmla="*/ 628683 w 1312902"/>
              <a:gd name="connsiteY7" fmla="*/ 30553 h 3563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12902" h="3563605">
                <a:moveTo>
                  <a:pt x="656451" y="0"/>
                </a:moveTo>
                <a:lnTo>
                  <a:pt x="684220" y="30553"/>
                </a:lnTo>
                <a:cubicBezTo>
                  <a:pt x="1076971" y="506457"/>
                  <a:pt x="1312902" y="1116577"/>
                  <a:pt x="1312902" y="1781802"/>
                </a:cubicBezTo>
                <a:cubicBezTo>
                  <a:pt x="1312902" y="2447027"/>
                  <a:pt x="1076971" y="3057147"/>
                  <a:pt x="684220" y="3533052"/>
                </a:cubicBezTo>
                <a:lnTo>
                  <a:pt x="656451" y="3563605"/>
                </a:lnTo>
                <a:lnTo>
                  <a:pt x="628683" y="3533052"/>
                </a:lnTo>
                <a:cubicBezTo>
                  <a:pt x="235932" y="3057147"/>
                  <a:pt x="0" y="2447027"/>
                  <a:pt x="0" y="1781802"/>
                </a:cubicBezTo>
                <a:cubicBezTo>
                  <a:pt x="0" y="1116577"/>
                  <a:pt x="235932" y="506457"/>
                  <a:pt x="628683" y="30553"/>
                </a:cubicBez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799" y="685798"/>
            <a:ext cx="10058400" cy="4572000"/>
          </a:xfrm>
        </p:spPr>
        <p:txBody>
          <a:bodyPr lIns="0" tIns="0" rIns="0" bIns="0" anchor="t" anchorCtr="0">
            <a:noAutofit/>
          </a:bodyPr>
          <a:lstStyle>
            <a:lvl1pPr algn="l">
              <a:lnSpc>
                <a:spcPct val="100000"/>
              </a:lnSpc>
              <a:defRPr sz="7500" b="1" cap="none" spc="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5799" y="5267956"/>
            <a:ext cx="10058400" cy="914400"/>
          </a:xfrm>
        </p:spPr>
        <p:txBody>
          <a:bodyPr lIns="0" tIns="0" rIns="0" bIns="0" anchor="b" anchorCtr="0">
            <a:normAutofit/>
          </a:bodyPr>
          <a:lstStyle>
            <a:lvl1pPr marL="0" indent="0" algn="l">
              <a:buNone/>
              <a:defRPr sz="36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5D51DDB-9673-3EB3-5A4C-FC9A8E5EB2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830496" y="760864"/>
            <a:ext cx="602728" cy="596004"/>
            <a:chOff x="11118823" y="513726"/>
            <a:chExt cx="602728" cy="596004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BC1B833-D0D3-F240-EFE9-6CA718F4FC37}"/>
                </a:ext>
              </a:extLst>
            </p:cNvPr>
            <p:cNvCxnSpPr>
              <a:cxnSpLocks/>
            </p:cNvCxnSpPr>
            <p:nvPr/>
          </p:nvCxnSpPr>
          <p:spPr>
            <a:xfrm>
              <a:off x="11165541" y="513726"/>
              <a:ext cx="549286" cy="0"/>
            </a:xfrm>
            <a:prstGeom prst="line">
              <a:avLst/>
            </a:prstGeom>
            <a:ln w="127000" cap="sq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357E45EA-B5EA-7651-5C44-B45F5739233C}"/>
                </a:ext>
              </a:extLst>
            </p:cNvPr>
            <p:cNvCxnSpPr>
              <a:cxnSpLocks/>
            </p:cNvCxnSpPr>
            <p:nvPr/>
          </p:nvCxnSpPr>
          <p:spPr>
            <a:xfrm>
              <a:off x="11721551" y="513726"/>
              <a:ext cx="0" cy="544109"/>
            </a:xfrm>
            <a:prstGeom prst="line">
              <a:avLst/>
            </a:prstGeom>
            <a:ln w="127000" cap="sq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2C7A966-3CEC-757D-106F-9E4061AA39B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18823" y="570368"/>
              <a:ext cx="539362" cy="539362"/>
            </a:xfrm>
            <a:prstGeom prst="line">
              <a:avLst/>
            </a:prstGeom>
            <a:ln w="127000" cap="sq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15B6928-C16A-14F7-594D-C117C2FFA2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5800" y="6413944"/>
            <a:ext cx="10820399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92074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DF10B5E-BE44-608A-DE4B-D90C921A83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5185458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77334" y="694944"/>
            <a:ext cx="3789177" cy="4572000"/>
          </a:xfrm>
        </p:spPr>
        <p:txBody>
          <a:bodyPr lIns="0" tIns="0" rIns="0" bIns="0">
            <a:noAutofit/>
          </a:bodyPr>
          <a:lstStyle>
            <a:lvl1pPr>
              <a:lnSpc>
                <a:spcPts val="4500"/>
              </a:lnSpc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753101" y="694945"/>
            <a:ext cx="4572000" cy="5468112"/>
          </a:xfrm>
        </p:spPr>
        <p:txBody>
          <a:bodyPr lIns="0" tIns="0" rIns="0" bIns="0" anchor="t" anchorCtr="0"/>
          <a:lstStyle>
            <a:lvl1pPr marL="0" indent="0">
              <a:lnSpc>
                <a:spcPts val="2400"/>
              </a:lnSpc>
              <a:spcBef>
                <a:spcPts val="1000"/>
              </a:spcBef>
              <a:buNone/>
              <a:defRPr/>
            </a:lvl1pPr>
            <a:lvl2pPr marL="742950" indent="-285750">
              <a:lnSpc>
                <a:spcPts val="2400"/>
              </a:lnSpc>
              <a:spcBef>
                <a:spcPts val="1000"/>
              </a:spcBef>
              <a:buFont typeface="Wingdings 3" panose="05040102010807070707" pitchFamily="18" charset="2"/>
              <a:buChar char="u"/>
              <a:defRPr/>
            </a:lvl2pPr>
            <a:lvl3pPr marL="1200150" indent="-285750">
              <a:lnSpc>
                <a:spcPts val="2400"/>
              </a:lnSpc>
              <a:spcBef>
                <a:spcPts val="1000"/>
              </a:spcBef>
              <a:buFont typeface="Wingdings 3" panose="05040102010807070707" pitchFamily="18" charset="2"/>
              <a:buChar char="u"/>
              <a:defRPr/>
            </a:lvl3pPr>
            <a:lvl4pPr marL="1543050" indent="-171450">
              <a:lnSpc>
                <a:spcPts val="2400"/>
              </a:lnSpc>
              <a:spcBef>
                <a:spcPts val="1000"/>
              </a:spcBef>
              <a:buFont typeface="Wingdings 3" panose="05040102010807070707" pitchFamily="18" charset="2"/>
              <a:buChar char="u"/>
              <a:defRPr/>
            </a:lvl4pPr>
            <a:lvl5pPr marL="2000250" indent="-171450">
              <a:lnSpc>
                <a:spcPts val="2400"/>
              </a:lnSpc>
              <a:spcBef>
                <a:spcPts val="1000"/>
              </a:spcBef>
              <a:buFont typeface="Wingdings 3" panose="05040102010807070707" pitchFamily="18" charset="2"/>
              <a:buChar char="u"/>
              <a:defRPr/>
            </a:lvl5pPr>
          </a:lstStyle>
          <a:p>
            <a:pPr marL="0" marR="0" lvl="0" indent="0" algn="l" defTabSz="457200" rtl="0" eaLnBrk="1" fontAlgn="auto" latinLnBrk="0" hangingPunct="1">
              <a:lnSpc>
                <a:spcPts val="2400"/>
              </a:lnSpc>
              <a:spcBef>
                <a:spcPts val="100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SzPct val="80000"/>
              <a:buFont typeface="Wingdings 3" charset="2"/>
              <a:buNone/>
              <a:tabLst/>
              <a:defRPr/>
            </a:pPr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6FD763C-F852-5912-832E-36897F8724F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85800" y="5953968"/>
            <a:ext cx="365760" cy="36576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CDF790A-BE20-4B91-3E2A-684AF14B98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5800" y="6413944"/>
            <a:ext cx="10820399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681981-ACA6-F321-B526-C400A1D9E74F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88FD4BCE-35F6-425E-BEE7-07902E8BBFFC}" type="datetimeFigureOut">
              <a:rPr lang="en-US" smtClean="0"/>
              <a:pPr/>
              <a:t>5/31/2026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86D413-D12F-D4FC-0369-637417A8ACAF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25693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Title and Ima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E5D51DDB-9673-3EB3-5A4C-FC9A8E5EB2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830496" y="760864"/>
            <a:ext cx="602728" cy="596004"/>
            <a:chOff x="11118823" y="513726"/>
            <a:chExt cx="602728" cy="596004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BC1B833-D0D3-F240-EFE9-6CA718F4FC37}"/>
                </a:ext>
              </a:extLst>
            </p:cNvPr>
            <p:cNvCxnSpPr>
              <a:cxnSpLocks/>
            </p:cNvCxnSpPr>
            <p:nvPr/>
          </p:nvCxnSpPr>
          <p:spPr>
            <a:xfrm>
              <a:off x="11165541" y="513726"/>
              <a:ext cx="549286" cy="0"/>
            </a:xfrm>
            <a:prstGeom prst="line">
              <a:avLst/>
            </a:prstGeom>
            <a:ln w="127000" cap="sq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357E45EA-B5EA-7651-5C44-B45F5739233C}"/>
                </a:ext>
              </a:extLst>
            </p:cNvPr>
            <p:cNvCxnSpPr>
              <a:cxnSpLocks/>
            </p:cNvCxnSpPr>
            <p:nvPr/>
          </p:nvCxnSpPr>
          <p:spPr>
            <a:xfrm>
              <a:off x="11721551" y="513726"/>
              <a:ext cx="0" cy="544109"/>
            </a:xfrm>
            <a:prstGeom prst="line">
              <a:avLst/>
            </a:prstGeom>
            <a:ln w="127000" cap="sq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2C7A966-3CEC-757D-106F-9E4061AA39B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18823" y="570368"/>
              <a:ext cx="539362" cy="539362"/>
            </a:xfrm>
            <a:prstGeom prst="line">
              <a:avLst/>
            </a:prstGeom>
            <a:ln w="127000" cap="sq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15B6928-C16A-14F7-594D-C117C2FFA2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5800" y="6413944"/>
            <a:ext cx="10820399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85531A5-E0BC-2493-B1DF-7FDEBBD00D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0" y="856093"/>
            <a:ext cx="5791637" cy="5145815"/>
            <a:chOff x="6400363" y="856093"/>
            <a:chExt cx="5791637" cy="5145815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59204924-0071-7102-F00E-8494C96FA10C}"/>
                </a:ext>
              </a:extLst>
            </p:cNvPr>
            <p:cNvSpPr/>
            <p:nvPr userDrawn="1"/>
          </p:nvSpPr>
          <p:spPr>
            <a:xfrm flipH="1">
              <a:off x="6400363" y="856093"/>
              <a:ext cx="5145815" cy="5145815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EC3D4C6F-59E1-AAC8-F730-988C9DA079C9}"/>
                </a:ext>
              </a:extLst>
            </p:cNvPr>
            <p:cNvSpPr/>
            <p:nvPr userDrawn="1"/>
          </p:nvSpPr>
          <p:spPr>
            <a:xfrm flipH="1">
              <a:off x="10319220" y="953697"/>
              <a:ext cx="1872780" cy="4949246"/>
            </a:xfrm>
            <a:custGeom>
              <a:avLst/>
              <a:gdLst>
                <a:gd name="connsiteX0" fmla="*/ 0 w 1872780"/>
                <a:gd name="connsiteY0" fmla="*/ 0 h 4949246"/>
                <a:gd name="connsiteX1" fmla="*/ 0 w 1872780"/>
                <a:gd name="connsiteY1" fmla="*/ 4949246 h 4949246"/>
                <a:gd name="connsiteX2" fmla="*/ 64976 w 1872780"/>
                <a:gd name="connsiteY2" fmla="*/ 4932538 h 4949246"/>
                <a:gd name="connsiteX3" fmla="*/ 1872780 w 1872780"/>
                <a:gd name="connsiteY3" fmla="*/ 2475303 h 4949246"/>
                <a:gd name="connsiteX4" fmla="*/ 936480 w 1872780"/>
                <a:gd name="connsiteY4" fmla="*/ 489922 h 4949246"/>
                <a:gd name="connsiteX5" fmla="*/ 816865 w 1872780"/>
                <a:gd name="connsiteY5" fmla="*/ 400475 h 4949246"/>
                <a:gd name="connsiteX6" fmla="*/ 816865 w 1872780"/>
                <a:gd name="connsiteY6" fmla="*/ 403694 h 4949246"/>
                <a:gd name="connsiteX7" fmla="*/ 688294 w 1872780"/>
                <a:gd name="connsiteY7" fmla="*/ 403694 h 4949246"/>
                <a:gd name="connsiteX8" fmla="*/ 688294 w 1872780"/>
                <a:gd name="connsiteY8" fmla="*/ 311361 h 4949246"/>
                <a:gd name="connsiteX9" fmla="*/ 526273 w 1872780"/>
                <a:gd name="connsiteY9" fmla="*/ 212931 h 4949246"/>
                <a:gd name="connsiteX10" fmla="*/ 95108 w 1872780"/>
                <a:gd name="connsiteY10" fmla="*/ 27645 h 4949246"/>
                <a:gd name="connsiteX0" fmla="*/ 0 w 1872780"/>
                <a:gd name="connsiteY0" fmla="*/ 0 h 4949246"/>
                <a:gd name="connsiteX1" fmla="*/ 0 w 1872780"/>
                <a:gd name="connsiteY1" fmla="*/ 4949246 h 4949246"/>
                <a:gd name="connsiteX2" fmla="*/ 64976 w 1872780"/>
                <a:gd name="connsiteY2" fmla="*/ 4932538 h 4949246"/>
                <a:gd name="connsiteX3" fmla="*/ 1872780 w 1872780"/>
                <a:gd name="connsiteY3" fmla="*/ 2475303 h 4949246"/>
                <a:gd name="connsiteX4" fmla="*/ 936480 w 1872780"/>
                <a:gd name="connsiteY4" fmla="*/ 489922 h 4949246"/>
                <a:gd name="connsiteX5" fmla="*/ 816865 w 1872780"/>
                <a:gd name="connsiteY5" fmla="*/ 400475 h 4949246"/>
                <a:gd name="connsiteX6" fmla="*/ 816865 w 1872780"/>
                <a:gd name="connsiteY6" fmla="*/ 403694 h 4949246"/>
                <a:gd name="connsiteX7" fmla="*/ 820319 w 1872780"/>
                <a:gd name="connsiteY7" fmla="*/ 335236 h 4949246"/>
                <a:gd name="connsiteX8" fmla="*/ 688294 w 1872780"/>
                <a:gd name="connsiteY8" fmla="*/ 311361 h 4949246"/>
                <a:gd name="connsiteX9" fmla="*/ 526273 w 1872780"/>
                <a:gd name="connsiteY9" fmla="*/ 212931 h 4949246"/>
                <a:gd name="connsiteX10" fmla="*/ 95108 w 1872780"/>
                <a:gd name="connsiteY10" fmla="*/ 27645 h 4949246"/>
                <a:gd name="connsiteX11" fmla="*/ 0 w 1872780"/>
                <a:gd name="connsiteY11" fmla="*/ 0 h 4949246"/>
                <a:gd name="connsiteX0" fmla="*/ 0 w 1872780"/>
                <a:gd name="connsiteY0" fmla="*/ 0 h 4949246"/>
                <a:gd name="connsiteX1" fmla="*/ 0 w 1872780"/>
                <a:gd name="connsiteY1" fmla="*/ 4949246 h 4949246"/>
                <a:gd name="connsiteX2" fmla="*/ 64976 w 1872780"/>
                <a:gd name="connsiteY2" fmla="*/ 4932538 h 4949246"/>
                <a:gd name="connsiteX3" fmla="*/ 1872780 w 1872780"/>
                <a:gd name="connsiteY3" fmla="*/ 2475303 h 4949246"/>
                <a:gd name="connsiteX4" fmla="*/ 936480 w 1872780"/>
                <a:gd name="connsiteY4" fmla="*/ 489922 h 4949246"/>
                <a:gd name="connsiteX5" fmla="*/ 816865 w 1872780"/>
                <a:gd name="connsiteY5" fmla="*/ 400475 h 4949246"/>
                <a:gd name="connsiteX6" fmla="*/ 816865 w 1872780"/>
                <a:gd name="connsiteY6" fmla="*/ 403694 h 4949246"/>
                <a:gd name="connsiteX7" fmla="*/ 688294 w 1872780"/>
                <a:gd name="connsiteY7" fmla="*/ 311361 h 4949246"/>
                <a:gd name="connsiteX8" fmla="*/ 526273 w 1872780"/>
                <a:gd name="connsiteY8" fmla="*/ 212931 h 4949246"/>
                <a:gd name="connsiteX9" fmla="*/ 95108 w 1872780"/>
                <a:gd name="connsiteY9" fmla="*/ 27645 h 4949246"/>
                <a:gd name="connsiteX10" fmla="*/ 0 w 1872780"/>
                <a:gd name="connsiteY10" fmla="*/ 0 h 49492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872780" h="4949246">
                  <a:moveTo>
                    <a:pt x="0" y="0"/>
                  </a:moveTo>
                  <a:lnTo>
                    <a:pt x="0" y="4949246"/>
                  </a:lnTo>
                  <a:lnTo>
                    <a:pt x="64976" y="4932538"/>
                  </a:lnTo>
                  <a:cubicBezTo>
                    <a:pt x="1112326" y="4606779"/>
                    <a:pt x="1872780" y="3629848"/>
                    <a:pt x="1872780" y="2475303"/>
                  </a:cubicBezTo>
                  <a:cubicBezTo>
                    <a:pt x="1872780" y="1676003"/>
                    <a:pt x="1508302" y="961831"/>
                    <a:pt x="936480" y="489922"/>
                  </a:cubicBezTo>
                  <a:lnTo>
                    <a:pt x="816865" y="400475"/>
                  </a:lnTo>
                  <a:lnTo>
                    <a:pt x="816865" y="403694"/>
                  </a:lnTo>
                  <a:lnTo>
                    <a:pt x="688294" y="311361"/>
                  </a:lnTo>
                  <a:lnTo>
                    <a:pt x="526273" y="212931"/>
                  </a:lnTo>
                  <a:cubicBezTo>
                    <a:pt x="389561" y="138665"/>
                    <a:pt x="245366" y="76429"/>
                    <a:pt x="95108" y="2764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1884E397-4075-3615-C87B-9D22754DFD4C}"/>
                </a:ext>
              </a:extLst>
            </p:cNvPr>
            <p:cNvSpPr/>
            <p:nvPr userDrawn="1"/>
          </p:nvSpPr>
          <p:spPr>
            <a:xfrm flipH="1">
              <a:off x="10319222" y="1763840"/>
              <a:ext cx="1226956" cy="3330322"/>
            </a:xfrm>
            <a:custGeom>
              <a:avLst/>
              <a:gdLst>
                <a:gd name="connsiteX0" fmla="*/ 656451 w 1312902"/>
                <a:gd name="connsiteY0" fmla="*/ 0 h 3563605"/>
                <a:gd name="connsiteX1" fmla="*/ 684220 w 1312902"/>
                <a:gd name="connsiteY1" fmla="*/ 30553 h 3563605"/>
                <a:gd name="connsiteX2" fmla="*/ 1312902 w 1312902"/>
                <a:gd name="connsiteY2" fmla="*/ 1781802 h 3563605"/>
                <a:gd name="connsiteX3" fmla="*/ 684220 w 1312902"/>
                <a:gd name="connsiteY3" fmla="*/ 3533052 h 3563605"/>
                <a:gd name="connsiteX4" fmla="*/ 656451 w 1312902"/>
                <a:gd name="connsiteY4" fmla="*/ 3563605 h 3563605"/>
                <a:gd name="connsiteX5" fmla="*/ 628683 w 1312902"/>
                <a:gd name="connsiteY5" fmla="*/ 3533052 h 3563605"/>
                <a:gd name="connsiteX6" fmla="*/ 0 w 1312902"/>
                <a:gd name="connsiteY6" fmla="*/ 1781802 h 3563605"/>
                <a:gd name="connsiteX7" fmla="*/ 628683 w 1312902"/>
                <a:gd name="connsiteY7" fmla="*/ 30553 h 35636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12902" h="3563605">
                  <a:moveTo>
                    <a:pt x="656451" y="0"/>
                  </a:moveTo>
                  <a:lnTo>
                    <a:pt x="684220" y="30553"/>
                  </a:lnTo>
                  <a:cubicBezTo>
                    <a:pt x="1076971" y="506457"/>
                    <a:pt x="1312902" y="1116577"/>
                    <a:pt x="1312902" y="1781802"/>
                  </a:cubicBezTo>
                  <a:cubicBezTo>
                    <a:pt x="1312902" y="2447027"/>
                    <a:pt x="1076971" y="3057147"/>
                    <a:pt x="684220" y="3533052"/>
                  </a:cubicBezTo>
                  <a:lnTo>
                    <a:pt x="656451" y="3563605"/>
                  </a:lnTo>
                  <a:lnTo>
                    <a:pt x="628683" y="3533052"/>
                  </a:lnTo>
                  <a:cubicBezTo>
                    <a:pt x="235932" y="3057147"/>
                    <a:pt x="0" y="2447027"/>
                    <a:pt x="0" y="1781802"/>
                  </a:cubicBezTo>
                  <a:cubicBezTo>
                    <a:pt x="0" y="1116577"/>
                    <a:pt x="235932" y="506457"/>
                    <a:pt x="628683" y="30553"/>
                  </a:cubicBez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3137" y="400925"/>
            <a:ext cx="8913947" cy="4061745"/>
          </a:xfrm>
        </p:spPr>
        <p:txBody>
          <a:bodyPr lIns="0" tIns="0" rIns="0" bIns="0" anchor="b" anchorCtr="0">
            <a:noAutofit/>
          </a:bodyPr>
          <a:lstStyle>
            <a:lvl1pPr algn="l">
              <a:lnSpc>
                <a:spcPct val="100000"/>
              </a:lnSpc>
              <a:defRPr sz="7500" b="1" cap="none" spc="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283140" y="4519311"/>
            <a:ext cx="8913949" cy="1657202"/>
          </a:xfrm>
        </p:spPr>
        <p:txBody>
          <a:bodyPr lIns="0" tIns="0" rIns="0" bIns="0" anchor="t" anchorCtr="0">
            <a:normAutofit/>
          </a:bodyPr>
          <a:lstStyle>
            <a:lvl1pPr marL="0" indent="0" algn="l">
              <a:buNone/>
              <a:defRPr sz="36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E08CADAB-C836-336D-DC60-E20AAE3199B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" y="972878"/>
            <a:ext cx="1264455" cy="4926287"/>
          </a:xfrm>
          <a:custGeom>
            <a:avLst/>
            <a:gdLst>
              <a:gd name="connsiteX0" fmla="*/ 0 w 1264455"/>
              <a:gd name="connsiteY0" fmla="*/ 0 h 4926287"/>
              <a:gd name="connsiteX1" fmla="*/ 53564 w 1264455"/>
              <a:gd name="connsiteY1" fmla="*/ 0 h 4926287"/>
              <a:gd name="connsiteX2" fmla="*/ 184430 w 1264455"/>
              <a:gd name="connsiteY2" fmla="*/ 42338 h 4926287"/>
              <a:gd name="connsiteX3" fmla="*/ 1264455 w 1264455"/>
              <a:gd name="connsiteY3" fmla="*/ 797216 h 4926287"/>
              <a:gd name="connsiteX4" fmla="*/ 1245431 w 1264455"/>
              <a:gd name="connsiteY4" fmla="*/ 818786 h 4926287"/>
              <a:gd name="connsiteX5" fmla="*/ 646813 w 1264455"/>
              <a:gd name="connsiteY5" fmla="*/ 2455489 h 4926287"/>
              <a:gd name="connsiteX6" fmla="*/ 1245431 w 1264455"/>
              <a:gd name="connsiteY6" fmla="*/ 4092193 h 4926287"/>
              <a:gd name="connsiteX7" fmla="*/ 1264455 w 1264455"/>
              <a:gd name="connsiteY7" fmla="*/ 4113762 h 4926287"/>
              <a:gd name="connsiteX8" fmla="*/ 362544 w 1264455"/>
              <a:gd name="connsiteY8" fmla="*/ 4796931 h 4926287"/>
              <a:gd name="connsiteX9" fmla="*/ 201663 w 1264455"/>
              <a:gd name="connsiteY9" fmla="*/ 4862847 h 4926287"/>
              <a:gd name="connsiteX10" fmla="*/ 166695 w 1264455"/>
              <a:gd name="connsiteY10" fmla="*/ 4875645 h 4926287"/>
              <a:gd name="connsiteX11" fmla="*/ 49533 w 1264455"/>
              <a:gd name="connsiteY11" fmla="*/ 4913551 h 4926287"/>
              <a:gd name="connsiteX12" fmla="*/ 0 w 1264455"/>
              <a:gd name="connsiteY12" fmla="*/ 4926287 h 4926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64455" h="4926287">
                <a:moveTo>
                  <a:pt x="0" y="0"/>
                </a:moveTo>
                <a:lnTo>
                  <a:pt x="53564" y="0"/>
                </a:lnTo>
                <a:lnTo>
                  <a:pt x="184430" y="42338"/>
                </a:lnTo>
                <a:cubicBezTo>
                  <a:pt x="607635" y="197310"/>
                  <a:pt x="979255" y="460836"/>
                  <a:pt x="1264455" y="797216"/>
                </a:cubicBezTo>
                <a:lnTo>
                  <a:pt x="1245431" y="818786"/>
                </a:lnTo>
                <a:cubicBezTo>
                  <a:pt x="871295" y="1264121"/>
                  <a:pt x="646813" y="1833796"/>
                  <a:pt x="646813" y="2455489"/>
                </a:cubicBezTo>
                <a:cubicBezTo>
                  <a:pt x="646813" y="3077183"/>
                  <a:pt x="871295" y="3648126"/>
                  <a:pt x="1245431" y="4092193"/>
                </a:cubicBezTo>
                <a:lnTo>
                  <a:pt x="1264455" y="4113762"/>
                </a:lnTo>
                <a:cubicBezTo>
                  <a:pt x="1019998" y="4403040"/>
                  <a:pt x="712048" y="4638079"/>
                  <a:pt x="362544" y="4796931"/>
                </a:cubicBezTo>
                <a:lnTo>
                  <a:pt x="201663" y="4862847"/>
                </a:lnTo>
                <a:lnTo>
                  <a:pt x="166695" y="4875645"/>
                </a:lnTo>
                <a:lnTo>
                  <a:pt x="49533" y="4913551"/>
                </a:lnTo>
                <a:lnTo>
                  <a:pt x="0" y="4926287"/>
                </a:lnTo>
                <a:close/>
              </a:path>
            </a:pathLst>
          </a:custGeom>
          <a:noFill/>
        </p:spPr>
        <p:txBody>
          <a:bodyPr wrap="square" lIns="0" tIns="1005840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10073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DF10B5E-BE44-608A-DE4B-D90C921A83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5185458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94944"/>
            <a:ext cx="3931919" cy="2763442"/>
          </a:xfrm>
        </p:spPr>
        <p:txBody>
          <a:bodyPr lIns="0" tIns="0" rIns="0" bIns="0">
            <a:noAutofit/>
          </a:bodyPr>
          <a:lstStyle>
            <a:lvl1pPr>
              <a:lnSpc>
                <a:spcPts val="45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19D2F740-9D68-14D7-A2BD-C7AF3ED65878}"/>
              </a:ext>
            </a:extLst>
          </p:cNvPr>
          <p:cNvSpPr>
            <a:spLocks noGrp="1"/>
          </p:cNvSpPr>
          <p:nvPr>
            <p:ph type="subTitle" idx="12" hasCustomPrompt="1"/>
          </p:nvPr>
        </p:nvSpPr>
        <p:spPr>
          <a:xfrm>
            <a:off x="5753101" y="694944"/>
            <a:ext cx="4805362" cy="1211575"/>
          </a:xfrm>
        </p:spPr>
        <p:txBody>
          <a:bodyPr lIns="0" tIns="0" rIns="0" bIns="0" anchor="t" anchorCtr="0">
            <a:normAutofit/>
          </a:bodyPr>
          <a:lstStyle>
            <a:lvl1pPr marL="0" indent="0" algn="l">
              <a:buNone/>
              <a:defRPr sz="2800" b="1" cap="all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0D09E7E-72DE-59AE-3220-C9E02D690C97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677333" y="3607903"/>
            <a:ext cx="3931920" cy="257212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>
              <a:lnSpc>
                <a:spcPts val="2400"/>
              </a:lnSpc>
              <a:buNone/>
              <a:defRPr/>
            </a:lvl1pPr>
            <a:lvl2pPr>
              <a:lnSpc>
                <a:spcPts val="2400"/>
              </a:lnSpc>
              <a:defRPr/>
            </a:lvl2pPr>
            <a:lvl3pPr>
              <a:lnSpc>
                <a:spcPts val="2400"/>
              </a:lnSpc>
              <a:defRPr/>
            </a:lvl3pPr>
            <a:lvl4pPr>
              <a:lnSpc>
                <a:spcPts val="2400"/>
              </a:lnSpc>
              <a:defRPr/>
            </a:lvl4pPr>
            <a:lvl5pPr>
              <a:lnSpc>
                <a:spcPts val="2400"/>
              </a:lnSpc>
              <a:defRPr/>
            </a:lvl5pPr>
          </a:lstStyle>
          <a:p>
            <a:pPr marL="342900" marR="0" lvl="0" indent="-342900" algn="l" defTabSz="457200" rtl="0" eaLnBrk="1" fontAlgn="auto" latinLnBrk="0" hangingPunct="1">
              <a:lnSpc>
                <a:spcPts val="2400"/>
              </a:lnSpc>
              <a:spcBef>
                <a:spcPts val="100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SzPct val="80000"/>
              <a:buFont typeface="Wingdings 3" charset="2"/>
              <a:buChar char=""/>
              <a:tabLst/>
              <a:defRPr/>
            </a:pPr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753101" y="2157413"/>
            <a:ext cx="5753098" cy="4005643"/>
          </a:xfrm>
        </p:spPr>
        <p:txBody>
          <a:bodyPr lIns="0" tIns="0" rIns="0" bIns="0" anchor="t" anchorCtr="0"/>
          <a:lstStyle>
            <a:lvl1pPr marL="0" indent="0">
              <a:lnSpc>
                <a:spcPts val="3000"/>
              </a:lnSpc>
              <a:spcBef>
                <a:spcPts val="2800"/>
              </a:spcBef>
              <a:buNone/>
              <a:defRPr/>
            </a:lvl1pPr>
            <a:lvl2pPr marL="742950" indent="-285750">
              <a:lnSpc>
                <a:spcPts val="3000"/>
              </a:lnSpc>
              <a:spcBef>
                <a:spcPts val="2800"/>
              </a:spcBef>
              <a:buFont typeface="Wingdings 3" panose="05040102010807070707" pitchFamily="18" charset="2"/>
              <a:buChar char="u"/>
              <a:defRPr/>
            </a:lvl2pPr>
            <a:lvl3pPr marL="1200150" indent="-285750">
              <a:lnSpc>
                <a:spcPts val="3000"/>
              </a:lnSpc>
              <a:spcBef>
                <a:spcPts val="2800"/>
              </a:spcBef>
              <a:buFont typeface="Wingdings 3" panose="05040102010807070707" pitchFamily="18" charset="2"/>
              <a:buChar char="u"/>
              <a:defRPr/>
            </a:lvl3pPr>
            <a:lvl4pPr marL="1543050" indent="-171450">
              <a:lnSpc>
                <a:spcPts val="3000"/>
              </a:lnSpc>
              <a:spcBef>
                <a:spcPts val="2800"/>
              </a:spcBef>
              <a:buFont typeface="Wingdings 3" panose="05040102010807070707" pitchFamily="18" charset="2"/>
              <a:buChar char="u"/>
              <a:defRPr/>
            </a:lvl4pPr>
            <a:lvl5pPr marL="2000250" indent="-171450">
              <a:lnSpc>
                <a:spcPts val="3000"/>
              </a:lnSpc>
              <a:spcBef>
                <a:spcPts val="2800"/>
              </a:spcBef>
              <a:buFont typeface="Wingdings 3" panose="05040102010807070707" pitchFamily="18" charset="2"/>
              <a:buChar char="u"/>
              <a:defRPr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6FD763C-F852-5912-832E-36897F8724F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CDF790A-BE20-4B91-3E2A-684AF14B98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5800" y="6413944"/>
            <a:ext cx="10820399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A300139-9769-561C-12A0-4A466D0741A2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88FD4BCE-35F6-425E-BEE7-07902E8BBFFC}" type="datetimeFigureOut">
              <a:rPr lang="en-US" smtClean="0"/>
              <a:pPr/>
              <a:t>5/31/2026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F4BEE22E-6B38-F772-940C-BDD74D402C1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07963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94944"/>
            <a:ext cx="5880629" cy="1690444"/>
          </a:xfrm>
        </p:spPr>
        <p:txBody>
          <a:bodyPr lIns="0" tIns="0" rIns="0" bIns="0">
            <a:noAutofit/>
          </a:bodyPr>
          <a:lstStyle>
            <a:lvl1pPr>
              <a:lnSpc>
                <a:spcPts val="45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0D09E7E-72DE-59AE-3220-C9E02D690C97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677334" y="2476239"/>
            <a:ext cx="5880629" cy="323794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1AD12D1E-D950-DF90-FC1D-F9BFC8962A8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018338" y="0"/>
            <a:ext cx="5173662" cy="6858000"/>
          </a:xfrm>
          <a:custGeom>
            <a:avLst/>
            <a:gdLst>
              <a:gd name="connsiteX0" fmla="*/ 3805872 w 5173662"/>
              <a:gd name="connsiteY0" fmla="*/ 690240 h 6858000"/>
              <a:gd name="connsiteX1" fmla="*/ 3805872 w 5173662"/>
              <a:gd name="connsiteY1" fmla="*/ 818256 h 6858000"/>
              <a:gd name="connsiteX2" fmla="*/ 4262100 w 5173662"/>
              <a:gd name="connsiteY2" fmla="*/ 818256 h 6858000"/>
              <a:gd name="connsiteX3" fmla="*/ 3729696 w 5173662"/>
              <a:gd name="connsiteY3" fmla="*/ 1350660 h 6858000"/>
              <a:gd name="connsiteX4" fmla="*/ 3820217 w 5173662"/>
              <a:gd name="connsiteY4" fmla="*/ 1441181 h 6858000"/>
              <a:gd name="connsiteX5" fmla="*/ 4360085 w 5173662"/>
              <a:gd name="connsiteY5" fmla="*/ 901313 h 6858000"/>
              <a:gd name="connsiteX6" fmla="*/ 4360085 w 5173662"/>
              <a:gd name="connsiteY6" fmla="*/ 1365882 h 6858000"/>
              <a:gd name="connsiteX7" fmla="*/ 4488101 w 5173662"/>
              <a:gd name="connsiteY7" fmla="*/ 1365882 h 6858000"/>
              <a:gd name="connsiteX8" fmla="*/ 4488101 w 5173662"/>
              <a:gd name="connsiteY8" fmla="*/ 818256 h 6858000"/>
              <a:gd name="connsiteX9" fmla="*/ 4488102 w 5173662"/>
              <a:gd name="connsiteY9" fmla="*/ 818256 h 6858000"/>
              <a:gd name="connsiteX10" fmla="*/ 4488102 w 5173662"/>
              <a:gd name="connsiteY10" fmla="*/ 690240 h 6858000"/>
              <a:gd name="connsiteX11" fmla="*/ 4488101 w 5173662"/>
              <a:gd name="connsiteY11" fmla="*/ 690240 h 6858000"/>
              <a:gd name="connsiteX12" fmla="*/ 4360085 w 5173662"/>
              <a:gd name="connsiteY12" fmla="*/ 690240 h 6858000"/>
              <a:gd name="connsiteX13" fmla="*/ 0 w 5173662"/>
              <a:gd name="connsiteY13" fmla="*/ 0 h 6858000"/>
              <a:gd name="connsiteX14" fmla="*/ 5173662 w 5173662"/>
              <a:gd name="connsiteY14" fmla="*/ 0 h 6858000"/>
              <a:gd name="connsiteX15" fmla="*/ 5173662 w 5173662"/>
              <a:gd name="connsiteY15" fmla="*/ 6858000 h 6858000"/>
              <a:gd name="connsiteX16" fmla="*/ 0 w 5173662"/>
              <a:gd name="connsiteY1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173662" h="6858000">
                <a:moveTo>
                  <a:pt x="3805872" y="690240"/>
                </a:moveTo>
                <a:lnTo>
                  <a:pt x="3805872" y="818256"/>
                </a:lnTo>
                <a:lnTo>
                  <a:pt x="4262100" y="818256"/>
                </a:lnTo>
                <a:lnTo>
                  <a:pt x="3729696" y="1350660"/>
                </a:lnTo>
                <a:lnTo>
                  <a:pt x="3820217" y="1441181"/>
                </a:lnTo>
                <a:lnTo>
                  <a:pt x="4360085" y="901313"/>
                </a:lnTo>
                <a:lnTo>
                  <a:pt x="4360085" y="1365882"/>
                </a:lnTo>
                <a:lnTo>
                  <a:pt x="4488101" y="1365882"/>
                </a:lnTo>
                <a:lnTo>
                  <a:pt x="4488101" y="818256"/>
                </a:lnTo>
                <a:lnTo>
                  <a:pt x="4488102" y="818256"/>
                </a:lnTo>
                <a:lnTo>
                  <a:pt x="4488102" y="690240"/>
                </a:lnTo>
                <a:lnTo>
                  <a:pt x="4488101" y="690240"/>
                </a:lnTo>
                <a:lnTo>
                  <a:pt x="4360085" y="690240"/>
                </a:lnTo>
                <a:close/>
                <a:moveTo>
                  <a:pt x="0" y="0"/>
                </a:moveTo>
                <a:lnTo>
                  <a:pt x="5173662" y="0"/>
                </a:lnTo>
                <a:lnTo>
                  <a:pt x="5173662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6FD763C-F852-5912-832E-36897F8724F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CDF790A-BE20-4B91-3E2A-684AF14B98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5800" y="6413944"/>
            <a:ext cx="10820399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E6EFE9-69CE-71E1-5B5B-E344DFB9DFFC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88FD4BCE-35F6-425E-BEE7-07902E8BBFFC}" type="datetimeFigureOut">
              <a:rPr lang="en-US" smtClean="0"/>
              <a:pPr/>
              <a:t>5/31/2026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0CF949-C78F-45EC-4CDE-5D1B002F007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71514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DF10B5E-BE44-608A-DE4B-D90C921A83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5185458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77334" y="694944"/>
            <a:ext cx="3789177" cy="4572000"/>
          </a:xfrm>
        </p:spPr>
        <p:txBody>
          <a:bodyPr lIns="0" tIns="0" rIns="0" bIns="0">
            <a:noAutofit/>
          </a:bodyPr>
          <a:lstStyle>
            <a:lvl1pPr>
              <a:lnSpc>
                <a:spcPts val="4500"/>
              </a:lnSpc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753101" y="862641"/>
            <a:ext cx="4339805" cy="2566357"/>
          </a:xfrm>
        </p:spPr>
        <p:txBody>
          <a:bodyPr lIns="0" tIns="0" rIns="0" bIns="0" anchor="t" anchorCtr="0"/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/>
            </a:lvl1pPr>
            <a:lvl2pPr marL="742950" indent="-285750">
              <a:lnSpc>
                <a:spcPct val="100000"/>
              </a:lnSpc>
              <a:spcBef>
                <a:spcPts val="1000"/>
              </a:spcBef>
              <a:buFont typeface="Wingdings 3" panose="05040102010807070707" pitchFamily="18" charset="2"/>
              <a:buChar char="u"/>
              <a:defRPr/>
            </a:lvl2pPr>
            <a:lvl3pPr marL="1200150" indent="-285750">
              <a:lnSpc>
                <a:spcPct val="100000"/>
              </a:lnSpc>
              <a:spcBef>
                <a:spcPts val="1000"/>
              </a:spcBef>
              <a:buFont typeface="Wingdings 3" panose="05040102010807070707" pitchFamily="18" charset="2"/>
              <a:buChar char="u"/>
              <a:defRPr/>
            </a:lvl3pPr>
            <a:lvl4pPr marL="1543050" indent="-171450">
              <a:lnSpc>
                <a:spcPct val="100000"/>
              </a:lnSpc>
              <a:spcBef>
                <a:spcPts val="1000"/>
              </a:spcBef>
              <a:buFont typeface="Wingdings 3" panose="05040102010807070707" pitchFamily="18" charset="2"/>
              <a:buChar char="u"/>
              <a:defRPr/>
            </a:lvl4pPr>
            <a:lvl5pPr marL="2000250" indent="-171450">
              <a:lnSpc>
                <a:spcPct val="100000"/>
              </a:lnSpc>
              <a:spcBef>
                <a:spcPts val="1000"/>
              </a:spcBef>
              <a:buFont typeface="Wingdings 3" panose="05040102010807070707" pitchFamily="18" charset="2"/>
              <a:buChar char="u"/>
              <a:defRPr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9E1EFA6-BBF1-0CF2-B2A5-354FA4442608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5753101" y="3657818"/>
            <a:ext cx="4339805" cy="2734053"/>
          </a:xfrm>
        </p:spPr>
        <p:txBody>
          <a:bodyPr lIns="0" tIns="0" rIns="0" bIns="0" anchor="t" anchorCtr="0"/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/>
            </a:lvl1pPr>
            <a:lvl2pPr marL="742950" indent="-285750">
              <a:lnSpc>
                <a:spcPct val="100000"/>
              </a:lnSpc>
              <a:spcBef>
                <a:spcPts val="1000"/>
              </a:spcBef>
              <a:buFont typeface="Wingdings 3" panose="05040102010807070707" pitchFamily="18" charset="2"/>
              <a:buChar char="u"/>
              <a:defRPr/>
            </a:lvl2pPr>
            <a:lvl3pPr marL="1200150" indent="-285750">
              <a:lnSpc>
                <a:spcPct val="100000"/>
              </a:lnSpc>
              <a:spcBef>
                <a:spcPts val="1000"/>
              </a:spcBef>
              <a:buFont typeface="Wingdings 3" panose="05040102010807070707" pitchFamily="18" charset="2"/>
              <a:buChar char="u"/>
              <a:defRPr/>
            </a:lvl3pPr>
            <a:lvl4pPr marL="1543050" indent="-171450">
              <a:lnSpc>
                <a:spcPct val="100000"/>
              </a:lnSpc>
              <a:spcBef>
                <a:spcPts val="1000"/>
              </a:spcBef>
              <a:buFont typeface="Wingdings 3" panose="05040102010807070707" pitchFamily="18" charset="2"/>
              <a:buChar char="u"/>
              <a:defRPr/>
            </a:lvl4pPr>
            <a:lvl5pPr marL="2000250" indent="-171450">
              <a:lnSpc>
                <a:spcPct val="100000"/>
              </a:lnSpc>
              <a:spcBef>
                <a:spcPts val="1000"/>
              </a:spcBef>
              <a:buFont typeface="Wingdings 3" panose="05040102010807070707" pitchFamily="18" charset="2"/>
              <a:buChar char="u"/>
              <a:defRPr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6FD763C-F852-5912-832E-36897F8724F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CDF790A-BE20-4B91-3E2A-684AF14B98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5800" y="6413944"/>
            <a:ext cx="10820399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F8106A4-B5DE-575D-F7FC-30617899BB50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88FD4BCE-35F6-425E-BEE7-07902E8BBFFC}" type="datetimeFigureOut">
              <a:rPr lang="en-US" smtClean="0"/>
              <a:pPr/>
              <a:t>5/31/2026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D562560-6E8E-BE71-34A7-27F566AA4B3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2403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77334" y="694945"/>
            <a:ext cx="10058400" cy="1280160"/>
          </a:xfrm>
        </p:spPr>
        <p:txBody>
          <a:bodyPr lIns="0" tIns="0" rIns="0" bIns="91440">
            <a:noAutofit/>
          </a:bodyPr>
          <a:lstStyle>
            <a:lvl1pPr>
              <a:lnSpc>
                <a:spcPts val="4500"/>
              </a:lnSpc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C166B37-A875-10F1-3052-1F5C0DBA005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86741" y="2140864"/>
            <a:ext cx="3797114" cy="3494753"/>
          </a:xfrm>
        </p:spPr>
        <p:txBody>
          <a:bodyPr lIns="91440">
            <a:normAutofit/>
          </a:bodyPr>
          <a:lstStyle>
            <a:lvl1pPr>
              <a:spcBef>
                <a:spcPts val="2800"/>
              </a:spcBef>
              <a:defRPr sz="2400"/>
            </a:lvl1pPr>
            <a:lvl2pPr>
              <a:spcBef>
                <a:spcPts val="2800"/>
              </a:spcBef>
              <a:defRPr sz="2000"/>
            </a:lvl2pPr>
            <a:lvl3pPr>
              <a:spcBef>
                <a:spcPts val="2800"/>
              </a:spcBef>
              <a:defRPr sz="1800"/>
            </a:lvl3pPr>
            <a:lvl4pPr>
              <a:spcBef>
                <a:spcPts val="2800"/>
              </a:spcBef>
              <a:defRPr sz="1600"/>
            </a:lvl4pPr>
            <a:lvl5pPr>
              <a:spcBef>
                <a:spcPts val="2800"/>
              </a:spcBef>
              <a:defRPr sz="16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able Placeholder 11">
            <a:extLst>
              <a:ext uri="{FF2B5EF4-FFF2-40B4-BE49-F238E27FC236}">
                <a16:creationId xmlns:a16="http://schemas.microsoft.com/office/drawing/2014/main" id="{16CC85AA-22A1-34BB-C21E-8EEC11334A9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5054600" y="2103438"/>
            <a:ext cx="6451600" cy="353218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CDF790A-BE20-4B91-3E2A-684AF14B98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5800" y="6413944"/>
            <a:ext cx="10820399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6FD763C-F852-5912-832E-36897F8724F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16CDA2-E91D-329D-7637-2B7A71AB4DE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88FD4BCE-35F6-425E-BEE7-07902E8BBFFC}" type="datetimeFigureOut">
              <a:rPr lang="en-US" smtClean="0"/>
              <a:pPr/>
              <a:t>5/31/2026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DC0597-1B00-EE50-9A1B-7B2CD5D3EEA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13053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77334" y="694945"/>
            <a:ext cx="10058400" cy="1280160"/>
          </a:xfrm>
        </p:spPr>
        <p:txBody>
          <a:bodyPr lIns="0" tIns="0" rIns="0" bIns="91440">
            <a:noAutofit/>
          </a:bodyPr>
          <a:lstStyle>
            <a:lvl1pPr>
              <a:lnSpc>
                <a:spcPts val="4500"/>
              </a:lnSpc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FDB2F69B-2054-2B19-B5CA-CB02C02F9006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685800" y="2103438"/>
            <a:ext cx="10820400" cy="370205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6FD763C-F852-5912-832E-36897F8724F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CDF790A-BE20-4B91-3E2A-684AF14B98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5800" y="6413944"/>
            <a:ext cx="10820399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CD5D5A-0193-F076-B3BC-8B80744EFDC4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88FD4BCE-35F6-425E-BEE7-07902E8BBFFC}" type="datetimeFigureOut">
              <a:rPr lang="en-US" smtClean="0"/>
              <a:pPr/>
              <a:t>5/31/2026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04FF8D-2D04-5E87-990C-B171F1B47A9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63747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Ima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>
            <a:extLst>
              <a:ext uri="{FF2B5EF4-FFF2-40B4-BE49-F238E27FC236}">
                <a16:creationId xmlns:a16="http://schemas.microsoft.com/office/drawing/2014/main" id="{FB062180-6901-78B5-8F7B-76665DF860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4074761" y="-551669"/>
            <a:ext cx="4042479" cy="5145816"/>
          </a:xfrm>
          <a:custGeom>
            <a:avLst/>
            <a:gdLst>
              <a:gd name="connsiteX0" fmla="*/ 0 w 4042479"/>
              <a:gd name="connsiteY0" fmla="*/ 4683197 h 5145816"/>
              <a:gd name="connsiteX1" fmla="*/ 0 w 4042479"/>
              <a:gd name="connsiteY1" fmla="*/ 462619 h 5145816"/>
              <a:gd name="connsiteX2" fmla="*/ 31034 w 4042479"/>
              <a:gd name="connsiteY2" fmla="*/ 439413 h 5145816"/>
              <a:gd name="connsiteX3" fmla="*/ 1469571 w 4042479"/>
              <a:gd name="connsiteY3" fmla="*/ 0 h 5145816"/>
              <a:gd name="connsiteX4" fmla="*/ 4042479 w 4042479"/>
              <a:gd name="connsiteY4" fmla="*/ 2572908 h 5145816"/>
              <a:gd name="connsiteX5" fmla="*/ 1469571 w 4042479"/>
              <a:gd name="connsiteY5" fmla="*/ 5145816 h 5145816"/>
              <a:gd name="connsiteX6" fmla="*/ 31034 w 4042479"/>
              <a:gd name="connsiteY6" fmla="*/ 4706404 h 51458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42479" h="5145816">
                <a:moveTo>
                  <a:pt x="0" y="4683197"/>
                </a:moveTo>
                <a:lnTo>
                  <a:pt x="0" y="462619"/>
                </a:lnTo>
                <a:lnTo>
                  <a:pt x="31034" y="439413"/>
                </a:lnTo>
                <a:cubicBezTo>
                  <a:pt x="441673" y="161990"/>
                  <a:pt x="936704" y="0"/>
                  <a:pt x="1469571" y="0"/>
                </a:cubicBezTo>
                <a:cubicBezTo>
                  <a:pt x="2890549" y="0"/>
                  <a:pt x="4042479" y="1151930"/>
                  <a:pt x="4042479" y="2572908"/>
                </a:cubicBezTo>
                <a:cubicBezTo>
                  <a:pt x="4042479" y="3993886"/>
                  <a:pt x="2890549" y="5145816"/>
                  <a:pt x="1469571" y="5145816"/>
                </a:cubicBezTo>
                <a:cubicBezTo>
                  <a:pt x="936704" y="5145816"/>
                  <a:pt x="441672" y="4983826"/>
                  <a:pt x="31034" y="4706404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4E5909B6-3BD3-89A6-C532-2485920A25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4074762" y="2263853"/>
            <a:ext cx="4042477" cy="5145816"/>
          </a:xfrm>
          <a:custGeom>
            <a:avLst/>
            <a:gdLst>
              <a:gd name="connsiteX0" fmla="*/ 0 w 4042477"/>
              <a:gd name="connsiteY0" fmla="*/ 2572908 h 5145816"/>
              <a:gd name="connsiteX1" fmla="*/ 2572908 w 4042477"/>
              <a:gd name="connsiteY1" fmla="*/ 0 h 5145816"/>
              <a:gd name="connsiteX2" fmla="*/ 4011446 w 4042477"/>
              <a:gd name="connsiteY2" fmla="*/ 439412 h 5145816"/>
              <a:gd name="connsiteX3" fmla="*/ 4042477 w 4042477"/>
              <a:gd name="connsiteY3" fmla="*/ 462617 h 5145816"/>
              <a:gd name="connsiteX4" fmla="*/ 4042477 w 4042477"/>
              <a:gd name="connsiteY4" fmla="*/ 4683199 h 5145816"/>
              <a:gd name="connsiteX5" fmla="*/ 4011445 w 4042477"/>
              <a:gd name="connsiteY5" fmla="*/ 4706404 h 5145816"/>
              <a:gd name="connsiteX6" fmla="*/ 2572908 w 4042477"/>
              <a:gd name="connsiteY6" fmla="*/ 5145816 h 5145816"/>
              <a:gd name="connsiteX7" fmla="*/ 0 w 4042477"/>
              <a:gd name="connsiteY7" fmla="*/ 2572908 h 51458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42477" h="5145816">
                <a:moveTo>
                  <a:pt x="0" y="2572908"/>
                </a:moveTo>
                <a:cubicBezTo>
                  <a:pt x="0" y="1151930"/>
                  <a:pt x="1151930" y="0"/>
                  <a:pt x="2572908" y="0"/>
                </a:cubicBezTo>
                <a:cubicBezTo>
                  <a:pt x="3105775" y="0"/>
                  <a:pt x="3600807" y="161990"/>
                  <a:pt x="4011446" y="439412"/>
                </a:cubicBezTo>
                <a:lnTo>
                  <a:pt x="4042477" y="462617"/>
                </a:lnTo>
                <a:lnTo>
                  <a:pt x="4042477" y="4683199"/>
                </a:lnTo>
                <a:lnTo>
                  <a:pt x="4011445" y="4706404"/>
                </a:lnTo>
                <a:cubicBezTo>
                  <a:pt x="3600806" y="4983826"/>
                  <a:pt x="3105775" y="5145816"/>
                  <a:pt x="2572908" y="5145816"/>
                </a:cubicBezTo>
                <a:cubicBezTo>
                  <a:pt x="1151930" y="5145816"/>
                  <a:pt x="0" y="3993886"/>
                  <a:pt x="0" y="2572908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D1324873-CBF5-A3C4-2FED-7A74AB0304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5482522" y="1763840"/>
            <a:ext cx="1226956" cy="3330322"/>
          </a:xfrm>
          <a:custGeom>
            <a:avLst/>
            <a:gdLst>
              <a:gd name="connsiteX0" fmla="*/ 656451 w 1312902"/>
              <a:gd name="connsiteY0" fmla="*/ 0 h 3563605"/>
              <a:gd name="connsiteX1" fmla="*/ 684220 w 1312902"/>
              <a:gd name="connsiteY1" fmla="*/ 30553 h 3563605"/>
              <a:gd name="connsiteX2" fmla="*/ 1312902 w 1312902"/>
              <a:gd name="connsiteY2" fmla="*/ 1781802 h 3563605"/>
              <a:gd name="connsiteX3" fmla="*/ 684220 w 1312902"/>
              <a:gd name="connsiteY3" fmla="*/ 3533052 h 3563605"/>
              <a:gd name="connsiteX4" fmla="*/ 656451 w 1312902"/>
              <a:gd name="connsiteY4" fmla="*/ 3563605 h 3563605"/>
              <a:gd name="connsiteX5" fmla="*/ 628683 w 1312902"/>
              <a:gd name="connsiteY5" fmla="*/ 3533052 h 3563605"/>
              <a:gd name="connsiteX6" fmla="*/ 0 w 1312902"/>
              <a:gd name="connsiteY6" fmla="*/ 1781802 h 3563605"/>
              <a:gd name="connsiteX7" fmla="*/ 628683 w 1312902"/>
              <a:gd name="connsiteY7" fmla="*/ 30553 h 3563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12902" h="3563605">
                <a:moveTo>
                  <a:pt x="656451" y="0"/>
                </a:moveTo>
                <a:lnTo>
                  <a:pt x="684220" y="30553"/>
                </a:lnTo>
                <a:cubicBezTo>
                  <a:pt x="1076971" y="506457"/>
                  <a:pt x="1312902" y="1116577"/>
                  <a:pt x="1312902" y="1781802"/>
                </a:cubicBezTo>
                <a:cubicBezTo>
                  <a:pt x="1312902" y="2447027"/>
                  <a:pt x="1076971" y="3057147"/>
                  <a:pt x="684220" y="3533052"/>
                </a:cubicBezTo>
                <a:lnTo>
                  <a:pt x="656451" y="3563605"/>
                </a:lnTo>
                <a:lnTo>
                  <a:pt x="628683" y="3533052"/>
                </a:lnTo>
                <a:cubicBezTo>
                  <a:pt x="235932" y="3057147"/>
                  <a:pt x="0" y="2447027"/>
                  <a:pt x="0" y="1781802"/>
                </a:cubicBezTo>
                <a:cubicBezTo>
                  <a:pt x="0" y="1116577"/>
                  <a:pt x="235932" y="506457"/>
                  <a:pt x="628683" y="30553"/>
                </a:cubicBez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5D51DDB-9673-3EB3-5A4C-FC9A8E5EB2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830496" y="760864"/>
            <a:ext cx="602728" cy="596004"/>
            <a:chOff x="11118823" y="513726"/>
            <a:chExt cx="602728" cy="596004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BC1B833-D0D3-F240-EFE9-6CA718F4FC37}"/>
                </a:ext>
              </a:extLst>
            </p:cNvPr>
            <p:cNvCxnSpPr>
              <a:cxnSpLocks/>
            </p:cNvCxnSpPr>
            <p:nvPr/>
          </p:nvCxnSpPr>
          <p:spPr>
            <a:xfrm>
              <a:off x="11165541" y="513726"/>
              <a:ext cx="549286" cy="0"/>
            </a:xfrm>
            <a:prstGeom prst="line">
              <a:avLst/>
            </a:prstGeom>
            <a:ln w="127000" cap="sq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357E45EA-B5EA-7651-5C44-B45F5739233C}"/>
                </a:ext>
              </a:extLst>
            </p:cNvPr>
            <p:cNvCxnSpPr>
              <a:cxnSpLocks/>
            </p:cNvCxnSpPr>
            <p:nvPr/>
          </p:nvCxnSpPr>
          <p:spPr>
            <a:xfrm>
              <a:off x="11721551" y="513726"/>
              <a:ext cx="0" cy="544109"/>
            </a:xfrm>
            <a:prstGeom prst="line">
              <a:avLst/>
            </a:prstGeom>
            <a:ln w="127000" cap="sq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2C7A966-3CEC-757D-106F-9E4061AA39B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18823" y="570368"/>
              <a:ext cx="539362" cy="539362"/>
            </a:xfrm>
            <a:prstGeom prst="line">
              <a:avLst/>
            </a:prstGeom>
            <a:ln w="127000" cap="sq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15B6928-C16A-14F7-594D-C117C2FFA2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5800" y="6413944"/>
            <a:ext cx="10820399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824273D7-57D0-754C-B3BD-00D85865C8D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23091" y="3427812"/>
            <a:ext cx="5143494" cy="3430188"/>
          </a:xfrm>
          <a:custGeom>
            <a:avLst/>
            <a:gdLst>
              <a:gd name="connsiteX0" fmla="*/ 922627 w 5143494"/>
              <a:gd name="connsiteY0" fmla="*/ 0 h 3430188"/>
              <a:gd name="connsiteX1" fmla="*/ 955285 w 5143494"/>
              <a:gd name="connsiteY1" fmla="*/ 29682 h 3430188"/>
              <a:gd name="connsiteX2" fmla="*/ 2591894 w 5143494"/>
              <a:gd name="connsiteY2" fmla="*/ 617209 h 3430188"/>
              <a:gd name="connsiteX3" fmla="*/ 4228502 w 5143494"/>
              <a:gd name="connsiteY3" fmla="*/ 29682 h 3430188"/>
              <a:gd name="connsiteX4" fmla="*/ 4240798 w 5143494"/>
              <a:gd name="connsiteY4" fmla="*/ 18506 h 3430188"/>
              <a:gd name="connsiteX5" fmla="*/ 4390247 w 5143494"/>
              <a:gd name="connsiteY5" fmla="*/ 157278 h 3430188"/>
              <a:gd name="connsiteX6" fmla="*/ 5143494 w 5143494"/>
              <a:gd name="connsiteY6" fmla="*/ 2015180 h 3430188"/>
              <a:gd name="connsiteX7" fmla="*/ 4833098 w 5143494"/>
              <a:gd name="connsiteY7" fmla="*/ 3267589 h 3430188"/>
              <a:gd name="connsiteX8" fmla="*/ 4736412 w 5143494"/>
              <a:gd name="connsiteY8" fmla="*/ 3430188 h 3430188"/>
              <a:gd name="connsiteX9" fmla="*/ 407083 w 5143494"/>
              <a:gd name="connsiteY9" fmla="*/ 3430188 h 3430188"/>
              <a:gd name="connsiteX10" fmla="*/ 310396 w 5143494"/>
              <a:gd name="connsiteY10" fmla="*/ 3267589 h 3430188"/>
              <a:gd name="connsiteX11" fmla="*/ 0 w 5143494"/>
              <a:gd name="connsiteY11" fmla="*/ 2015180 h 3430188"/>
              <a:gd name="connsiteX12" fmla="*/ 753247 w 5143494"/>
              <a:gd name="connsiteY12" fmla="*/ 157278 h 3430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143494" h="3430188">
                <a:moveTo>
                  <a:pt x="922627" y="0"/>
                </a:moveTo>
                <a:lnTo>
                  <a:pt x="955285" y="29682"/>
                </a:lnTo>
                <a:cubicBezTo>
                  <a:pt x="1400036" y="396722"/>
                  <a:pt x="1970216" y="617209"/>
                  <a:pt x="2591894" y="617209"/>
                </a:cubicBezTo>
                <a:cubicBezTo>
                  <a:pt x="3213572" y="617209"/>
                  <a:pt x="3783752" y="396722"/>
                  <a:pt x="4228502" y="29682"/>
                </a:cubicBezTo>
                <a:lnTo>
                  <a:pt x="4240798" y="18506"/>
                </a:lnTo>
                <a:lnTo>
                  <a:pt x="4390247" y="157278"/>
                </a:lnTo>
                <a:cubicBezTo>
                  <a:pt x="4855642" y="632756"/>
                  <a:pt x="5143494" y="1289624"/>
                  <a:pt x="5143494" y="2015180"/>
                </a:cubicBezTo>
                <a:cubicBezTo>
                  <a:pt x="5143494" y="2468653"/>
                  <a:pt x="5031052" y="2895294"/>
                  <a:pt x="4833098" y="3267589"/>
                </a:cubicBezTo>
                <a:lnTo>
                  <a:pt x="4736412" y="3430188"/>
                </a:lnTo>
                <a:lnTo>
                  <a:pt x="407083" y="3430188"/>
                </a:lnTo>
                <a:lnTo>
                  <a:pt x="310396" y="3267589"/>
                </a:lnTo>
                <a:cubicBezTo>
                  <a:pt x="112443" y="2895294"/>
                  <a:pt x="0" y="2468653"/>
                  <a:pt x="0" y="2015180"/>
                </a:cubicBezTo>
                <a:cubicBezTo>
                  <a:pt x="0" y="1289624"/>
                  <a:pt x="287853" y="632756"/>
                  <a:pt x="753247" y="157278"/>
                </a:cubicBezTo>
                <a:close/>
              </a:path>
            </a:pathLst>
          </a:custGeom>
          <a:noFill/>
        </p:spPr>
        <p:txBody>
          <a:bodyPr wrap="square" tIns="91440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799" y="685798"/>
            <a:ext cx="10058400" cy="3266440"/>
          </a:xfrm>
        </p:spPr>
        <p:txBody>
          <a:bodyPr lIns="0" tIns="0" rIns="0" bIns="0" anchor="t" anchorCtr="0">
            <a:noAutofit/>
          </a:bodyPr>
          <a:lstStyle>
            <a:lvl1pPr algn="l">
              <a:lnSpc>
                <a:spcPct val="100000"/>
              </a:lnSpc>
              <a:defRPr sz="7500" b="1" cap="none" spc="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9848672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raphic 6">
            <a:extLst>
              <a:ext uri="{FF2B5EF4-FFF2-40B4-BE49-F238E27FC236}">
                <a16:creationId xmlns:a16="http://schemas.microsoft.com/office/drawing/2014/main" id="{BB199B51-3DFF-3DF2-E402-55A5DA84946E}"/>
              </a:ext>
            </a:extLst>
          </p:cNvPr>
          <p:cNvSpPr/>
          <p:nvPr userDrawn="1"/>
        </p:nvSpPr>
        <p:spPr>
          <a:xfrm>
            <a:off x="7010400" y="0"/>
            <a:ext cx="5175265" cy="6859269"/>
          </a:xfrm>
          <a:custGeom>
            <a:avLst/>
            <a:gdLst>
              <a:gd name="connsiteX0" fmla="*/ 0 w 5175265"/>
              <a:gd name="connsiteY0" fmla="*/ 0 h 6859269"/>
              <a:gd name="connsiteX1" fmla="*/ 0 w 5175265"/>
              <a:gd name="connsiteY1" fmla="*/ 6407150 h 6859269"/>
              <a:gd name="connsiteX2" fmla="*/ 4494943 w 5175265"/>
              <a:gd name="connsiteY2" fmla="*/ 6407150 h 6859269"/>
              <a:gd name="connsiteX3" fmla="*/ 4505078 w 5175265"/>
              <a:gd name="connsiteY3" fmla="*/ 6417310 h 6859269"/>
              <a:gd name="connsiteX4" fmla="*/ 4494943 w 5175265"/>
              <a:gd name="connsiteY4" fmla="*/ 6427470 h 6859269"/>
              <a:gd name="connsiteX5" fmla="*/ 0 w 5175265"/>
              <a:gd name="connsiteY5" fmla="*/ 6427470 h 6859269"/>
              <a:gd name="connsiteX6" fmla="*/ 0 w 5175265"/>
              <a:gd name="connsiteY6" fmla="*/ 6859270 h 6859269"/>
              <a:gd name="connsiteX7" fmla="*/ 5175266 w 5175265"/>
              <a:gd name="connsiteY7" fmla="*/ 6859270 h 6859269"/>
              <a:gd name="connsiteX8" fmla="*/ 5175266 w 5175265"/>
              <a:gd name="connsiteY8" fmla="*/ 0 h 6859269"/>
              <a:gd name="connsiteX9" fmla="*/ 0 w 5175265"/>
              <a:gd name="connsiteY9" fmla="*/ 0 h 6859269"/>
              <a:gd name="connsiteX10" fmla="*/ 4491143 w 5175265"/>
              <a:gd name="connsiteY10" fmla="*/ 1362710 h 6859269"/>
              <a:gd name="connsiteX11" fmla="*/ 4364453 w 5175265"/>
              <a:gd name="connsiteY11" fmla="*/ 1362710 h 6859269"/>
              <a:gd name="connsiteX12" fmla="*/ 4364453 w 5175265"/>
              <a:gd name="connsiteY12" fmla="*/ 895350 h 6859269"/>
              <a:gd name="connsiteX13" fmla="*/ 3826023 w 5175265"/>
              <a:gd name="connsiteY13" fmla="*/ 1435100 h 6859269"/>
              <a:gd name="connsiteX14" fmla="*/ 3736073 w 5175265"/>
              <a:gd name="connsiteY14" fmla="*/ 1344930 h 6859269"/>
              <a:gd name="connsiteX15" fmla="*/ 4261835 w 5175265"/>
              <a:gd name="connsiteY15" fmla="*/ 817880 h 6859269"/>
              <a:gd name="connsiteX16" fmla="*/ 3807019 w 5175265"/>
              <a:gd name="connsiteY16" fmla="*/ 817880 h 6859269"/>
              <a:gd name="connsiteX17" fmla="*/ 3807019 w 5175265"/>
              <a:gd name="connsiteY17" fmla="*/ 690880 h 6859269"/>
              <a:gd name="connsiteX18" fmla="*/ 4364453 w 5175265"/>
              <a:gd name="connsiteY18" fmla="*/ 690880 h 6859269"/>
              <a:gd name="connsiteX19" fmla="*/ 4482274 w 5175265"/>
              <a:gd name="connsiteY19" fmla="*/ 690880 h 6859269"/>
              <a:gd name="connsiteX20" fmla="*/ 4491143 w 5175265"/>
              <a:gd name="connsiteY20" fmla="*/ 690880 h 6859269"/>
              <a:gd name="connsiteX21" fmla="*/ 4491143 w 5175265"/>
              <a:gd name="connsiteY21" fmla="*/ 1362710 h 6859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5175265" h="6859269">
                <a:moveTo>
                  <a:pt x="0" y="0"/>
                </a:moveTo>
                <a:lnTo>
                  <a:pt x="0" y="6407150"/>
                </a:lnTo>
                <a:lnTo>
                  <a:pt x="4494943" y="6407150"/>
                </a:lnTo>
                <a:cubicBezTo>
                  <a:pt x="4500011" y="6407150"/>
                  <a:pt x="4505078" y="6410960"/>
                  <a:pt x="4505078" y="6417310"/>
                </a:cubicBezTo>
                <a:cubicBezTo>
                  <a:pt x="4505078" y="6423660"/>
                  <a:pt x="4501278" y="6427470"/>
                  <a:pt x="4494943" y="6427470"/>
                </a:cubicBezTo>
                <a:lnTo>
                  <a:pt x="0" y="6427470"/>
                </a:lnTo>
                <a:lnTo>
                  <a:pt x="0" y="6859270"/>
                </a:lnTo>
                <a:lnTo>
                  <a:pt x="5175266" y="6859270"/>
                </a:lnTo>
                <a:lnTo>
                  <a:pt x="5175266" y="0"/>
                </a:lnTo>
                <a:lnTo>
                  <a:pt x="0" y="0"/>
                </a:lnTo>
                <a:close/>
                <a:moveTo>
                  <a:pt x="4491143" y="1362710"/>
                </a:moveTo>
                <a:lnTo>
                  <a:pt x="4364453" y="1362710"/>
                </a:lnTo>
                <a:lnTo>
                  <a:pt x="4364453" y="895350"/>
                </a:lnTo>
                <a:lnTo>
                  <a:pt x="3826023" y="1435100"/>
                </a:lnTo>
                <a:lnTo>
                  <a:pt x="3736073" y="1344930"/>
                </a:lnTo>
                <a:lnTo>
                  <a:pt x="4261835" y="817880"/>
                </a:lnTo>
                <a:lnTo>
                  <a:pt x="3807019" y="817880"/>
                </a:lnTo>
                <a:lnTo>
                  <a:pt x="3807019" y="690880"/>
                </a:lnTo>
                <a:lnTo>
                  <a:pt x="4364453" y="690880"/>
                </a:lnTo>
                <a:lnTo>
                  <a:pt x="4482274" y="690880"/>
                </a:lnTo>
                <a:lnTo>
                  <a:pt x="4491143" y="690880"/>
                </a:lnTo>
                <a:lnTo>
                  <a:pt x="4491143" y="136271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126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77334" y="694944"/>
            <a:ext cx="9584266" cy="1387852"/>
          </a:xfrm>
        </p:spPr>
        <p:txBody>
          <a:bodyPr lIns="0" tIns="0" rIns="457200" bIns="0">
            <a:noAutofit/>
          </a:bodyPr>
          <a:lstStyle>
            <a:lvl1pPr>
              <a:lnSpc>
                <a:spcPts val="4500"/>
              </a:lnSpc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4F37D59-BF08-6CEE-197E-A579E47015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5800" y="6413944"/>
            <a:ext cx="10820399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BC225B1-A420-C658-9FD7-067B9FEFF745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77334" y="2552698"/>
            <a:ext cx="5964766" cy="3083217"/>
          </a:xfrm>
        </p:spPr>
        <p:txBody>
          <a:bodyPr lIns="91440">
            <a:noAutofit/>
          </a:bodyPr>
          <a:lstStyle>
            <a:lvl1pPr marL="457200" indent="-457200">
              <a:spcBef>
                <a:spcPts val="1600"/>
              </a:spcBef>
              <a:buSzPct val="100000"/>
              <a:buFont typeface="+mj-lt"/>
              <a:buAutoNum type="arabicPeriod"/>
              <a:defRPr sz="1800"/>
            </a:lvl1pPr>
            <a:lvl2pPr marL="800100" indent="-342900">
              <a:spcBef>
                <a:spcPts val="1600"/>
              </a:spcBef>
              <a:buSzPct val="100000"/>
              <a:buFont typeface="+mj-lt"/>
              <a:buAutoNum type="alphaLcPeriod"/>
              <a:defRPr sz="1600"/>
            </a:lvl2pPr>
            <a:lvl3pPr marL="1257300" indent="-342900">
              <a:spcBef>
                <a:spcPts val="1600"/>
              </a:spcBef>
              <a:buSzPct val="100000"/>
              <a:buFont typeface="+mj-lt"/>
              <a:buAutoNum type="arabicParenR"/>
              <a:defRPr sz="1400"/>
            </a:lvl3pPr>
            <a:lvl4pPr marL="1600200" indent="-228600">
              <a:spcBef>
                <a:spcPts val="1600"/>
              </a:spcBef>
              <a:buSzPct val="100000"/>
              <a:buFont typeface="+mj-lt"/>
              <a:buAutoNum type="alphaLcParenR"/>
              <a:defRPr sz="1200"/>
            </a:lvl4pPr>
            <a:lvl5pPr marL="2057400" indent="-228600">
              <a:spcBef>
                <a:spcPts val="1600"/>
              </a:spcBef>
              <a:buSzPct val="100000"/>
              <a:buFont typeface="+mj-lt"/>
              <a:buAutoNum type="romanLcPeriod"/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65F9D66-4BCE-5466-BE42-19F154C5BF7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656513" y="2552699"/>
            <a:ext cx="3842913" cy="3083216"/>
          </a:xfrm>
        </p:spPr>
        <p:txBody>
          <a:bodyPr>
            <a:noAutofit/>
          </a:bodyPr>
          <a:lstStyle>
            <a:lvl1pPr marL="457200" indent="-457200">
              <a:lnSpc>
                <a:spcPts val="2400"/>
              </a:lnSpc>
              <a:spcBef>
                <a:spcPts val="2800"/>
              </a:spcBef>
              <a:defRPr sz="2400"/>
            </a:lvl1pPr>
            <a:lvl2pPr>
              <a:lnSpc>
                <a:spcPts val="2400"/>
              </a:lnSpc>
              <a:spcBef>
                <a:spcPts val="2800"/>
              </a:spcBef>
              <a:defRPr sz="2000"/>
            </a:lvl2pPr>
            <a:lvl3pPr>
              <a:lnSpc>
                <a:spcPts val="2400"/>
              </a:lnSpc>
              <a:spcBef>
                <a:spcPts val="2800"/>
              </a:spcBef>
              <a:defRPr sz="1800"/>
            </a:lvl3pPr>
            <a:lvl4pPr>
              <a:lnSpc>
                <a:spcPts val="2400"/>
              </a:lnSpc>
              <a:spcBef>
                <a:spcPts val="2800"/>
              </a:spcBef>
              <a:defRPr sz="1600"/>
            </a:lvl4pPr>
            <a:lvl5pPr>
              <a:lnSpc>
                <a:spcPts val="2400"/>
              </a:lnSpc>
              <a:spcBef>
                <a:spcPts val="2800"/>
              </a:spcBef>
              <a:defRPr sz="16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6FD763C-F852-5912-832E-36897F8724F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673DFC-848F-3CB1-23EC-9E1D65E4875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8FD4BCE-35F6-425E-BEE7-07902E8BBFFC}" type="datetimeFigureOut">
              <a:rPr lang="en-US" smtClean="0"/>
              <a:pPr/>
              <a:t>5/31/2026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699A12-3443-5523-F408-1CF310CF250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33879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Subtitl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5E195471-80E6-2173-AB78-E4AE69292A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1563663" y="856093"/>
            <a:ext cx="9064674" cy="5145815"/>
            <a:chOff x="1400539" y="700853"/>
            <a:chExt cx="9699638" cy="5506270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F183DD5A-FAA9-3AB5-A277-0BD8F58B7AC9}"/>
                </a:ext>
              </a:extLst>
            </p:cNvPr>
            <p:cNvSpPr/>
            <p:nvPr userDrawn="1"/>
          </p:nvSpPr>
          <p:spPr>
            <a:xfrm>
              <a:off x="1400539" y="700853"/>
              <a:ext cx="5506270" cy="550627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922BF3AA-2377-DDB1-A0FA-B1CEAEC0FCE9}"/>
                </a:ext>
              </a:extLst>
            </p:cNvPr>
            <p:cNvSpPr/>
            <p:nvPr userDrawn="1"/>
          </p:nvSpPr>
          <p:spPr>
            <a:xfrm>
              <a:off x="5593907" y="700853"/>
              <a:ext cx="5506270" cy="550627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D1324873-CBF5-A3C4-2FED-7A74AB030421}"/>
                </a:ext>
              </a:extLst>
            </p:cNvPr>
            <p:cNvSpPr/>
            <p:nvPr userDrawn="1"/>
          </p:nvSpPr>
          <p:spPr>
            <a:xfrm>
              <a:off x="5593907" y="1672186"/>
              <a:ext cx="1312902" cy="3563605"/>
            </a:xfrm>
            <a:custGeom>
              <a:avLst/>
              <a:gdLst>
                <a:gd name="connsiteX0" fmla="*/ 656451 w 1312902"/>
                <a:gd name="connsiteY0" fmla="*/ 0 h 3563605"/>
                <a:gd name="connsiteX1" fmla="*/ 684220 w 1312902"/>
                <a:gd name="connsiteY1" fmla="*/ 30553 h 3563605"/>
                <a:gd name="connsiteX2" fmla="*/ 1312902 w 1312902"/>
                <a:gd name="connsiteY2" fmla="*/ 1781802 h 3563605"/>
                <a:gd name="connsiteX3" fmla="*/ 684220 w 1312902"/>
                <a:gd name="connsiteY3" fmla="*/ 3533052 h 3563605"/>
                <a:gd name="connsiteX4" fmla="*/ 656451 w 1312902"/>
                <a:gd name="connsiteY4" fmla="*/ 3563605 h 3563605"/>
                <a:gd name="connsiteX5" fmla="*/ 628683 w 1312902"/>
                <a:gd name="connsiteY5" fmla="*/ 3533052 h 3563605"/>
                <a:gd name="connsiteX6" fmla="*/ 0 w 1312902"/>
                <a:gd name="connsiteY6" fmla="*/ 1781802 h 3563605"/>
                <a:gd name="connsiteX7" fmla="*/ 628683 w 1312902"/>
                <a:gd name="connsiteY7" fmla="*/ 30553 h 35636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12902" h="3563605">
                  <a:moveTo>
                    <a:pt x="656451" y="0"/>
                  </a:moveTo>
                  <a:lnTo>
                    <a:pt x="684220" y="30553"/>
                  </a:lnTo>
                  <a:cubicBezTo>
                    <a:pt x="1076971" y="506457"/>
                    <a:pt x="1312902" y="1116577"/>
                    <a:pt x="1312902" y="1781802"/>
                  </a:cubicBezTo>
                  <a:cubicBezTo>
                    <a:pt x="1312902" y="2447027"/>
                    <a:pt x="1076971" y="3057147"/>
                    <a:pt x="684220" y="3533052"/>
                  </a:cubicBezTo>
                  <a:lnTo>
                    <a:pt x="656451" y="3563605"/>
                  </a:lnTo>
                  <a:lnTo>
                    <a:pt x="628683" y="3533052"/>
                  </a:lnTo>
                  <a:cubicBezTo>
                    <a:pt x="235932" y="3057147"/>
                    <a:pt x="0" y="2447027"/>
                    <a:pt x="0" y="1781802"/>
                  </a:cubicBezTo>
                  <a:cubicBezTo>
                    <a:pt x="0" y="1116577"/>
                    <a:pt x="235932" y="506457"/>
                    <a:pt x="628683" y="30553"/>
                  </a:cubicBez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685799"/>
            <a:ext cx="10058400" cy="4572000"/>
          </a:xfrm>
        </p:spPr>
        <p:txBody>
          <a:bodyPr lIns="0" tIns="0" rIns="0" bIns="0" anchor="t" anchorCtr="0">
            <a:noAutofit/>
          </a:bodyPr>
          <a:lstStyle>
            <a:lvl1pPr algn="l">
              <a:lnSpc>
                <a:spcPct val="100000"/>
              </a:lnSpc>
              <a:defRPr sz="7500" b="1" cap="none" spc="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5799" y="5257798"/>
            <a:ext cx="10820397" cy="911425"/>
          </a:xfrm>
        </p:spPr>
        <p:txBody>
          <a:bodyPr lIns="0" tIns="0" rIns="0" bIns="0" anchor="b" anchorCtr="0">
            <a:normAutofit/>
          </a:bodyPr>
          <a:lstStyle>
            <a:lvl1pPr marL="0" indent="0" algn="l">
              <a:buNone/>
              <a:defRPr sz="33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5D51DDB-9673-3EB3-5A4C-FC9A8E5EB2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830496" y="760864"/>
            <a:ext cx="602728" cy="596004"/>
            <a:chOff x="11118823" y="513726"/>
            <a:chExt cx="602728" cy="596004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BC1B833-D0D3-F240-EFE9-6CA718F4FC37}"/>
                </a:ext>
              </a:extLst>
            </p:cNvPr>
            <p:cNvCxnSpPr>
              <a:cxnSpLocks/>
            </p:cNvCxnSpPr>
            <p:nvPr/>
          </p:nvCxnSpPr>
          <p:spPr>
            <a:xfrm>
              <a:off x="11165541" y="513726"/>
              <a:ext cx="549286" cy="0"/>
            </a:xfrm>
            <a:prstGeom prst="line">
              <a:avLst/>
            </a:prstGeom>
            <a:ln w="127000" cap="sq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357E45EA-B5EA-7651-5C44-B45F5739233C}"/>
                </a:ext>
              </a:extLst>
            </p:cNvPr>
            <p:cNvCxnSpPr>
              <a:cxnSpLocks/>
            </p:cNvCxnSpPr>
            <p:nvPr/>
          </p:nvCxnSpPr>
          <p:spPr>
            <a:xfrm>
              <a:off x="11721551" y="513726"/>
              <a:ext cx="0" cy="544109"/>
            </a:xfrm>
            <a:prstGeom prst="line">
              <a:avLst/>
            </a:prstGeom>
            <a:ln w="127000" cap="sq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2C7A966-3CEC-757D-106F-9E4061AA39B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18823" y="570368"/>
              <a:ext cx="539362" cy="539362"/>
            </a:xfrm>
            <a:prstGeom prst="line">
              <a:avLst/>
            </a:prstGeom>
            <a:ln w="127000" cap="sq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15B6928-C16A-14F7-594D-C117C2FFA2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5800" y="6413944"/>
            <a:ext cx="10820399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41090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DF10B5E-BE44-608A-DE4B-D90C921A83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5185458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77334" y="694944"/>
            <a:ext cx="3789177" cy="4572000"/>
          </a:xfrm>
        </p:spPr>
        <p:txBody>
          <a:bodyPr lIns="0" tIns="0" rIns="0" bIns="0">
            <a:noAutofit/>
          </a:bodyPr>
          <a:lstStyle>
            <a:lvl1pPr>
              <a:lnSpc>
                <a:spcPts val="4500"/>
              </a:lnSpc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6FD763C-F852-5912-832E-36897F8724F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CDF790A-BE20-4B91-3E2A-684AF14B98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5800" y="6413944"/>
            <a:ext cx="10820399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5CBD89-63D9-CB44-E4AE-7915C4D78502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88FD4BCE-35F6-425E-BEE7-07902E8BBFFC}" type="datetimeFigureOut">
              <a:rPr lang="en-US" smtClean="0"/>
              <a:pPr/>
              <a:t>5/31/2026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8E4793-C529-931D-7D27-4D166104240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39688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94946"/>
            <a:ext cx="3793387" cy="273405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71744" y="1926775"/>
            <a:ext cx="5862526" cy="423627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5800" y="5943600"/>
            <a:ext cx="365760" cy="36576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vert="horz" lIns="0" tIns="0" rIns="0" bIns="0" rtlCol="0" anchor="ctr" anchorCtr="0"/>
          <a:lstStyle>
            <a:lvl1pPr algn="ctr">
              <a:defRPr sz="10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F71F1EA-20C8-8269-4328-9CFD833A93B4}"/>
              </a:ext>
            </a:extLst>
          </p:cNvPr>
          <p:cNvGrpSpPr/>
          <p:nvPr userDrawn="1"/>
        </p:nvGrpSpPr>
        <p:grpSpPr>
          <a:xfrm>
            <a:off x="10838266" y="752719"/>
            <a:ext cx="602728" cy="596004"/>
            <a:chOff x="11118823" y="513726"/>
            <a:chExt cx="602728" cy="596004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3C92664-11DA-FCCE-2DBA-5940FD85729D}"/>
                </a:ext>
              </a:extLst>
            </p:cNvPr>
            <p:cNvCxnSpPr>
              <a:cxnSpLocks/>
            </p:cNvCxnSpPr>
            <p:nvPr/>
          </p:nvCxnSpPr>
          <p:spPr>
            <a:xfrm>
              <a:off x="11165541" y="513726"/>
              <a:ext cx="549286" cy="0"/>
            </a:xfrm>
            <a:prstGeom prst="line">
              <a:avLst/>
            </a:prstGeom>
            <a:ln w="127000" cap="sq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96335C2E-70C2-3AA2-D2F6-9837BEB891AF}"/>
                </a:ext>
              </a:extLst>
            </p:cNvPr>
            <p:cNvCxnSpPr>
              <a:cxnSpLocks/>
            </p:cNvCxnSpPr>
            <p:nvPr/>
          </p:nvCxnSpPr>
          <p:spPr>
            <a:xfrm>
              <a:off x="11721551" y="513726"/>
              <a:ext cx="0" cy="544109"/>
            </a:xfrm>
            <a:prstGeom prst="line">
              <a:avLst/>
            </a:prstGeom>
            <a:ln w="127000" cap="sq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C37E2B3B-D823-D184-ED44-A72BCBB8C1A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18823" y="570368"/>
              <a:ext cx="539362" cy="539362"/>
            </a:xfrm>
            <a:prstGeom prst="line">
              <a:avLst/>
            </a:prstGeom>
            <a:ln w="127000" cap="sq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5B05127-A3EE-BCA6-38E9-FEE0E6134EFE}"/>
              </a:ext>
            </a:extLst>
          </p:cNvPr>
          <p:cNvCxnSpPr>
            <a:cxnSpLocks/>
          </p:cNvCxnSpPr>
          <p:nvPr userDrawn="1"/>
        </p:nvCxnSpPr>
        <p:spPr>
          <a:xfrm>
            <a:off x="685800" y="6413944"/>
            <a:ext cx="3862978" cy="0"/>
          </a:xfrm>
          <a:prstGeom prst="line">
            <a:avLst/>
          </a:prstGeom>
          <a:ln w="190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1E98D2-F38D-1ACF-2990-1F02733759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9107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FD4BCE-35F6-425E-BEE7-07902E8BBFFC}" type="datetimeFigureOut">
              <a:rPr lang="en-US" smtClean="0"/>
              <a:pPr/>
              <a:t>5/31/2026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9DE75F-DF1E-1625-34E8-3AEB1503F9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93" r:id="rId2"/>
    <p:sldLayoutId id="2147483669" r:id="rId3"/>
    <p:sldLayoutId id="2147483668" r:id="rId4"/>
    <p:sldLayoutId id="2147483689" r:id="rId5"/>
    <p:sldLayoutId id="2147483690" r:id="rId6"/>
    <p:sldLayoutId id="2147483691" r:id="rId7"/>
    <p:sldLayoutId id="2147483694" r:id="rId8"/>
    <p:sldLayoutId id="2147483695" r:id="rId9"/>
    <p:sldLayoutId id="2147483670" r:id="rId10"/>
    <p:sldLayoutId id="2147483696" r:id="rId11"/>
    <p:sldLayoutId id="2147483678" r:id="rId12"/>
    <p:sldLayoutId id="2147483677" r:id="rId13"/>
    <p:sldLayoutId id="2147483671" r:id="rId14"/>
  </p:sldLayoutIdLst>
  <p:hf sldNum="0" hdr="0" ftr="0" dt="0"/>
  <p:txStyles>
    <p:titleStyle>
      <a:lvl1pPr algn="l" defTabSz="457200" rtl="0" eaLnBrk="1" latinLnBrk="0" hangingPunct="1">
        <a:lnSpc>
          <a:spcPts val="4500"/>
        </a:lnSpc>
        <a:spcBef>
          <a:spcPct val="0"/>
        </a:spcBef>
        <a:buNone/>
        <a:defRPr sz="4000" b="1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tx1">
            <a:lumMod val="85000"/>
            <a:lumOff val="15000"/>
          </a:schemeClr>
        </a:buClr>
        <a:buSzPct val="80000"/>
        <a:buFont typeface="Wingdings 3" charset="2"/>
        <a:buChar char="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tx1">
            <a:lumMod val="85000"/>
            <a:lumOff val="15000"/>
          </a:schemeClr>
        </a:buClr>
        <a:buSzPct val="80000"/>
        <a:buFont typeface="Wingdings 3" charset="2"/>
        <a:buChar char="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tx1">
            <a:lumMod val="85000"/>
            <a:lumOff val="15000"/>
          </a:schemeClr>
        </a:buClr>
        <a:buSzPct val="80000"/>
        <a:buFont typeface="Wingdings 3" charset="2"/>
        <a:buChar char="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tx1">
            <a:lumMod val="85000"/>
            <a:lumOff val="1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tx1">
            <a:lumMod val="85000"/>
            <a:lumOff val="1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F14DB-AE04-43EA-0022-86BA29BBD1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799" y="685799"/>
            <a:ext cx="10058397" cy="4572000"/>
          </a:xfrm>
        </p:spPr>
        <p:txBody>
          <a:bodyPr/>
          <a:lstStyle/>
          <a:p>
            <a:r>
              <a:rPr lang="en-US" dirty="0"/>
              <a:t>Smart Waste Bin</a:t>
            </a:r>
            <a:br>
              <a:rPr lang="en-US" sz="5000" dirty="0"/>
            </a:br>
            <a:r>
              <a:rPr lang="en-US" sz="5000" dirty="0"/>
              <a:t>ECE-CK801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1CFB10-4BED-44C0-61EE-7F3CAAE99FCB}"/>
              </a:ext>
            </a:extLst>
          </p:cNvPr>
          <p:cNvSpPr txBox="1"/>
          <p:nvPr/>
        </p:nvSpPr>
        <p:spPr>
          <a:xfrm>
            <a:off x="1088427" y="3420069"/>
            <a:ext cx="704088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800" dirty="0"/>
              <a:t>Μήτσης Αθανάσιος</a:t>
            </a:r>
            <a:endParaRPr lang="en-US" sz="2800" dirty="0"/>
          </a:p>
          <a:p>
            <a:r>
              <a:rPr lang="el-GR" sz="2800" dirty="0"/>
              <a:t>Ρούσσης Βασίλειος</a:t>
            </a:r>
            <a:endParaRPr lang="en-US" sz="2800" dirty="0"/>
          </a:p>
          <a:p>
            <a:r>
              <a:rPr lang="el-GR" sz="2800" dirty="0" err="1"/>
              <a:t>Φιλόπουλος</a:t>
            </a:r>
            <a:r>
              <a:rPr lang="el-GR" sz="2800" dirty="0"/>
              <a:t> Δημήτριος</a:t>
            </a:r>
            <a:endParaRPr lang="en-GB" sz="28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44A88D6-41BB-4B10-DD6D-A9826D5EEE5C}"/>
              </a:ext>
            </a:extLst>
          </p:cNvPr>
          <p:cNvSpPr/>
          <p:nvPr/>
        </p:nvSpPr>
        <p:spPr>
          <a:xfrm>
            <a:off x="5969202" y="3244334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9786930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648F2-D2C6-2AC5-DB3B-C7AB67FC8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94945"/>
            <a:ext cx="10058400" cy="1280160"/>
          </a:xfrm>
        </p:spPr>
        <p:txBody>
          <a:bodyPr anchor="t">
            <a:normAutofit/>
          </a:bodyPr>
          <a:lstStyle/>
          <a:p>
            <a:r>
              <a:rPr lang="en-US" dirty="0"/>
              <a:t>Project </a:t>
            </a:r>
            <a:br>
              <a:rPr lang="en-US" dirty="0"/>
            </a:br>
            <a:r>
              <a:rPr lang="en-US" dirty="0"/>
              <a:t>Overview</a:t>
            </a:r>
          </a:p>
        </p:txBody>
      </p:sp>
      <p:graphicFrame>
        <p:nvGraphicFramePr>
          <p:cNvPr id="13" name="Content Placeholder 4">
            <a:extLst>
              <a:ext uri="{FF2B5EF4-FFF2-40B4-BE49-F238E27FC236}">
                <a16:creationId xmlns:a16="http://schemas.microsoft.com/office/drawing/2014/main" id="{25655A97-D971-3E1B-75A4-2B6170D8F47E}"/>
              </a:ext>
            </a:extLst>
          </p:cNvPr>
          <p:cNvGraphicFramePr>
            <a:graphicFrameLocks noGrp="1"/>
          </p:cNvGraphicFramePr>
          <p:nvPr>
            <p:ph type="tbl" sz="quarter" idx="12"/>
            <p:extLst>
              <p:ext uri="{D42A27DB-BD31-4B8C-83A1-F6EECF244321}">
                <p14:modId xmlns:p14="http://schemas.microsoft.com/office/powerpoint/2010/main" val="2364272146"/>
              </p:ext>
            </p:extLst>
          </p:nvPr>
        </p:nvGraphicFramePr>
        <p:xfrm>
          <a:off x="685800" y="2103438"/>
          <a:ext cx="10820400" cy="37020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7592614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ACB93-9078-0B9B-1D6B-10C587573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Containerized Services</a:t>
            </a:r>
            <a:endParaRPr lang="en-GB" dirty="0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2B113798-B773-125A-6028-BB1B30AE5B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6715" y="1435064"/>
            <a:ext cx="4699819" cy="37548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l-GR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l-GR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l-GR" altLang="el-G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Υιοθέτηση αρχιτεκτονικής </a:t>
            </a:r>
            <a:r>
              <a:rPr kumimoji="0" lang="el-GR" altLang="el-GR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Container</a:t>
            </a:r>
            <a:r>
              <a:rPr lang="en-US" altLang="el-GR" sz="1400" b="1" dirty="0">
                <a:cs typeface="Times New Roman" panose="02020603050405020304" pitchFamily="18" charset="0"/>
              </a:rPr>
              <a:t>s</a:t>
            </a:r>
            <a:r>
              <a:rPr kumimoji="0" lang="el-GR" altLang="el-G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:</a:t>
            </a:r>
            <a:r>
              <a:rPr kumimoji="0" lang="el-GR" altLang="el-G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 Υλοποίηση του συνόλου των υπηρεσιών μέσω </a:t>
            </a:r>
            <a:r>
              <a:rPr kumimoji="0" lang="el-GR" altLang="el-G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Docker</a:t>
            </a:r>
            <a:r>
              <a:rPr kumimoji="0" lang="el-GR" altLang="el-G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 και </a:t>
            </a:r>
            <a:r>
              <a:rPr kumimoji="0" lang="el-GR" altLang="el-G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Docker</a:t>
            </a:r>
            <a:r>
              <a:rPr kumimoji="0" lang="el-GR" altLang="el-G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 </a:t>
            </a:r>
            <a:r>
              <a:rPr kumimoji="0" lang="el-GR" altLang="el-G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Compose</a:t>
            </a:r>
            <a:r>
              <a:rPr kumimoji="0" lang="el-GR" altLang="el-G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.</a:t>
            </a:r>
            <a:endParaRPr kumimoji="0" lang="en-US" altLang="el-G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l-G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l-GR" altLang="el-G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l-GR" altLang="el-G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Απομόνωση &amp; Ανεξαρτησία:</a:t>
            </a:r>
            <a:r>
              <a:rPr kumimoji="0" lang="el-GR" altLang="el-G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 </a:t>
            </a:r>
            <a:endParaRPr kumimoji="0" lang="en-US" altLang="el-G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l-GR" altLang="el-G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Πλήρης διαχωρισμός των διεργασιών από το υποκείμενο λειτουργικό σύστημα.</a:t>
            </a:r>
            <a:endParaRPr kumimoji="0" lang="en-US" altLang="el-G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l-G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l-GR" altLang="el-G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Times New Roman" panose="02020603050405020304" pitchFamily="18" charset="0"/>
            </a:endParaRP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l-GR" sz="1400" b="1" dirty="0">
                <a:cs typeface="Times New Roman" panose="02020603050405020304" pitchFamily="18" charset="0"/>
              </a:rPr>
              <a:t>Υψηλή </a:t>
            </a:r>
            <a:r>
              <a:rPr lang="el-GR" sz="1400" b="1" dirty="0" err="1">
                <a:cs typeface="Times New Roman" panose="02020603050405020304" pitchFamily="18" charset="0"/>
              </a:rPr>
              <a:t>Μεταφερσιμότητα</a:t>
            </a:r>
            <a:r>
              <a:rPr lang="el-GR" sz="1400" b="1" dirty="0">
                <a:cs typeface="Times New Roman" panose="02020603050405020304" pitchFamily="18" charset="0"/>
              </a:rPr>
              <a:t> (</a:t>
            </a:r>
            <a:r>
              <a:rPr lang="el-GR" sz="1400" b="1" dirty="0" err="1">
                <a:cs typeface="Times New Roman" panose="02020603050405020304" pitchFamily="18" charset="0"/>
              </a:rPr>
              <a:t>Portability</a:t>
            </a:r>
            <a:r>
              <a:rPr lang="el-GR" sz="1400" b="1" dirty="0">
                <a:cs typeface="Times New Roman" panose="02020603050405020304" pitchFamily="18" charset="0"/>
              </a:rPr>
              <a:t>):</a:t>
            </a:r>
            <a:r>
              <a:rPr lang="el-GR" sz="1400" dirty="0">
                <a:cs typeface="Times New Roman" panose="02020603050405020304" pitchFamily="18" charset="0"/>
              </a:rPr>
              <a:t> </a:t>
            </a:r>
            <a:endParaRPr lang="en-US" sz="1400" dirty="0">
              <a:cs typeface="Times New Roman" panose="02020603050405020304" pitchFamily="18" charset="0"/>
            </a:endParaRP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l-GR" sz="1400" dirty="0">
                <a:cs typeface="Times New Roman" panose="02020603050405020304" pitchFamily="18" charset="0"/>
              </a:rPr>
              <a:t>Δυνατότητα απρόσκοπτης και άμεσης ανάπτυξης (</a:t>
            </a:r>
            <a:r>
              <a:rPr lang="el-GR" sz="1400" dirty="0" err="1">
                <a:cs typeface="Times New Roman" panose="02020603050405020304" pitchFamily="18" charset="0"/>
              </a:rPr>
              <a:t>deployment</a:t>
            </a:r>
            <a:r>
              <a:rPr lang="el-GR" sz="1400" dirty="0">
                <a:cs typeface="Times New Roman" panose="02020603050405020304" pitchFamily="18" charset="0"/>
              </a:rPr>
              <a:t>) του συστήματος σε οποιοδήποτε υπολογιστικό περιβάλλον (π.χ. </a:t>
            </a:r>
            <a:r>
              <a:rPr lang="el-GR" sz="1400" dirty="0" err="1">
                <a:cs typeface="Times New Roman" panose="02020603050405020304" pitchFamily="18" charset="0"/>
              </a:rPr>
              <a:t>edge</a:t>
            </a:r>
            <a:r>
              <a:rPr lang="el-GR" sz="1400" dirty="0">
                <a:cs typeface="Times New Roman" panose="02020603050405020304" pitchFamily="18" charset="0"/>
              </a:rPr>
              <a:t> συσκευές όπως το </a:t>
            </a:r>
            <a:r>
              <a:rPr lang="el-GR" sz="1400" dirty="0" err="1">
                <a:cs typeface="Times New Roman" panose="02020603050405020304" pitchFamily="18" charset="0"/>
              </a:rPr>
              <a:t>Raspberry</a:t>
            </a:r>
            <a:r>
              <a:rPr lang="el-GR" sz="1400" dirty="0">
                <a:cs typeface="Times New Roman" panose="02020603050405020304" pitchFamily="18" charset="0"/>
              </a:rPr>
              <a:t> </a:t>
            </a:r>
            <a:r>
              <a:rPr lang="el-GR" sz="1400" dirty="0" err="1">
                <a:cs typeface="Times New Roman" panose="02020603050405020304" pitchFamily="18" charset="0"/>
              </a:rPr>
              <a:t>Pi</a:t>
            </a:r>
            <a:r>
              <a:rPr lang="el-GR" sz="1400" dirty="0">
                <a:cs typeface="Times New Roman" panose="02020603050405020304" pitchFamily="18" charset="0"/>
              </a:rPr>
              <a:t>).</a:t>
            </a:r>
            <a:endParaRPr kumimoji="0" lang="el-GR" altLang="el-GR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Times New Roman" panose="02020603050405020304" pitchFamily="18" charset="0"/>
            </a:endParaRPr>
          </a:p>
        </p:txBody>
      </p:sp>
      <p:pic>
        <p:nvPicPr>
          <p:cNvPr id="5" name="Εικόνα 4">
            <a:extLst>
              <a:ext uri="{FF2B5EF4-FFF2-40B4-BE49-F238E27FC236}">
                <a16:creationId xmlns:a16="http://schemas.microsoft.com/office/drawing/2014/main" id="{E31C22A2-895F-B521-B4DE-6E13CB4FAE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3282" y="1431872"/>
            <a:ext cx="4711833" cy="4301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5216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09E6D-CAC4-AADE-7270-4CFA1434E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MQTT Connections</a:t>
            </a:r>
            <a:endParaRPr lang="en-GB" dirty="0"/>
          </a:p>
        </p:txBody>
      </p:sp>
      <p:pic>
        <p:nvPicPr>
          <p:cNvPr id="8" name="Εικόνα 7">
            <a:extLst>
              <a:ext uri="{FF2B5EF4-FFF2-40B4-BE49-F238E27FC236}">
                <a16:creationId xmlns:a16="http://schemas.microsoft.com/office/drawing/2014/main" id="{9AF40EA4-378A-DB24-E664-D0933972A5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4913" y="1975105"/>
            <a:ext cx="7662290" cy="370205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92BEFE9-4F51-08B4-C595-131DF76E08BC}"/>
              </a:ext>
            </a:extLst>
          </p:cNvPr>
          <p:cNvSpPr txBox="1"/>
          <p:nvPr/>
        </p:nvSpPr>
        <p:spPr>
          <a:xfrm>
            <a:off x="567159" y="1645283"/>
            <a:ext cx="3657599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sz="1400" b="1" dirty="0"/>
              <a:t>Κεντρικός Άξονας Δικτύωσης:</a:t>
            </a:r>
            <a:r>
              <a:rPr lang="el-GR" sz="1400" dirty="0"/>
              <a:t> Το πρωτόκολλο MQTT λειτουργεί ως ο βασικός πυρήνας (</a:t>
            </a:r>
            <a:r>
              <a:rPr lang="el-GR" sz="1400" dirty="0" err="1"/>
              <a:t>backbone</a:t>
            </a:r>
            <a:r>
              <a:rPr lang="el-GR" sz="1400" dirty="0"/>
              <a:t>) για την ανταλλαγή δεδομένων του συστήματος.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l-G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sz="1400" b="1" dirty="0"/>
              <a:t>Μοντέλο </a:t>
            </a:r>
            <a:r>
              <a:rPr lang="el-GR" sz="1400" b="1" dirty="0" err="1"/>
              <a:t>Publish</a:t>
            </a:r>
            <a:r>
              <a:rPr lang="el-GR" sz="1400" b="1" dirty="0"/>
              <a:t>/</a:t>
            </a:r>
            <a:r>
              <a:rPr lang="el-GR" sz="1400" b="1" dirty="0" err="1"/>
              <a:t>Subscribe</a:t>
            </a:r>
            <a:r>
              <a:rPr lang="el-GR" sz="1400" b="1" dirty="0"/>
              <a:t>:</a:t>
            </a:r>
            <a:r>
              <a:rPr lang="el-GR" sz="1400" dirty="0"/>
              <a:t> Υιοθέτηση ασύγχρονης αρχιτεκτονικής επικοινωνίας που εξασφαλίζει την πλήρη αποσύνδεση (</a:t>
            </a:r>
            <a:r>
              <a:rPr lang="el-GR" sz="1400" dirty="0" err="1"/>
              <a:t>decoupling</a:t>
            </a:r>
            <a:r>
              <a:rPr lang="el-GR" sz="1400" dirty="0"/>
              <a:t>) των επιμέρους υποσυστημάτων.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l-G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sz="1400" b="1" dirty="0"/>
              <a:t>Επικοινωνία Πραγματικού Χρόνου:</a:t>
            </a:r>
            <a:r>
              <a:rPr lang="el-GR" sz="1400" dirty="0"/>
              <a:t> Απρόσκοπτη δρομολόγηση των μηνυμάτων μεταξύ των </a:t>
            </a:r>
            <a:r>
              <a:rPr lang="en-US" sz="1400" dirty="0"/>
              <a:t>publishers</a:t>
            </a:r>
            <a:r>
              <a:rPr lang="el-GR" sz="1400" dirty="0"/>
              <a:t> και των </a:t>
            </a:r>
            <a:r>
              <a:rPr lang="en-US" sz="1400" dirty="0"/>
              <a:t>subscribers </a:t>
            </a:r>
            <a:r>
              <a:rPr lang="el-GR" sz="1400" dirty="0"/>
              <a:t>μέσω του </a:t>
            </a:r>
            <a:r>
              <a:rPr lang="el-GR" sz="1400" dirty="0" err="1"/>
              <a:t>Mosquitto</a:t>
            </a:r>
            <a:r>
              <a:rPr lang="el-GR" sz="1400" dirty="0"/>
              <a:t> </a:t>
            </a:r>
            <a:r>
              <a:rPr lang="el-GR" sz="1400" dirty="0" err="1"/>
              <a:t>Broker</a:t>
            </a:r>
            <a:r>
              <a:rPr lang="el-GR" sz="1400" dirty="0"/>
              <a:t>.</a:t>
            </a:r>
          </a:p>
          <a:p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27095301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0381B-7D4E-5F8B-B1EA-5FF23AFB6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Semantic </a:t>
            </a:r>
            <a:r>
              <a:rPr lang="en-GB" dirty="0" err="1"/>
              <a:t>Modeling</a:t>
            </a:r>
            <a:endParaRPr lang="en-GB" dirty="0"/>
          </a:p>
        </p:txBody>
      </p:sp>
      <p:pic>
        <p:nvPicPr>
          <p:cNvPr id="5" name="Εικόνα 4">
            <a:extLst>
              <a:ext uri="{FF2B5EF4-FFF2-40B4-BE49-F238E27FC236}">
                <a16:creationId xmlns:a16="http://schemas.microsoft.com/office/drawing/2014/main" id="{4CE94583-6A3C-74FB-87E3-33E3B7D718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8" y="1749734"/>
            <a:ext cx="7302851" cy="4238111"/>
          </a:xfrm>
          <a:prstGeom prst="rect">
            <a:avLst/>
          </a:prstGeom>
        </p:spPr>
      </p:pic>
      <p:sp>
        <p:nvSpPr>
          <p:cNvPr id="20" name="Rectangle 12">
            <a:extLst>
              <a:ext uri="{FF2B5EF4-FFF2-40B4-BE49-F238E27FC236}">
                <a16:creationId xmlns:a16="http://schemas.microsoft.com/office/drawing/2014/main" id="{C45C3A36-D454-47CA-354F-7D251F3B44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640" y="1549679"/>
            <a:ext cx="4218038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l-GR" altLang="el-G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Εννοιολογική Αναπαράσταση</a:t>
            </a:r>
            <a:r>
              <a:rPr kumimoji="0" lang="el-GR" altLang="el-G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Μετάβαση από την απλή αποστολή ακατέργαστων μετρήσεων (</a:t>
            </a:r>
            <a:r>
              <a:rPr kumimoji="0" lang="el-GR" altLang="el-GR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raw</a:t>
            </a:r>
            <a:r>
              <a:rPr kumimoji="0" lang="el-GR" altLang="el-G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l-GR" altLang="el-GR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data</a:t>
            </a:r>
            <a:r>
              <a:rPr kumimoji="0" lang="el-GR" altLang="el-G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σε δομημένη πληροφορία με σαφές πλαίσιο (</a:t>
            </a:r>
            <a:r>
              <a:rPr kumimoji="0" lang="el-GR" altLang="el-GR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context</a:t>
            </a:r>
            <a:r>
              <a:rPr kumimoji="0" lang="el-GR" altLang="el-G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).</a:t>
            </a:r>
            <a:endParaRPr kumimoji="0" lang="en-US" altLang="el-GR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l-GR" altLang="el-GR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l-GR" altLang="el-G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Υιοθέτηση Διεθνών Προτύπων</a:t>
            </a:r>
            <a:r>
              <a:rPr kumimoji="0" lang="el-GR" altLang="el-G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Αξιοποίηση τεχνολογιών του Σημασιολογικού Ιστού (</a:t>
            </a:r>
            <a:r>
              <a:rPr kumimoji="0" lang="el-GR" altLang="el-GR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Semantic</a:t>
            </a:r>
            <a:r>
              <a:rPr kumimoji="0" lang="el-GR" altLang="el-G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Web) και εξειδικευμένων οντολογιών, όπως SOSA (αισθητήρες/παρατηρήσεις) και SAREF (συσκευές), μέσω του </a:t>
            </a:r>
            <a:r>
              <a:rPr kumimoji="0" lang="el-GR" altLang="el-GR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μορφότυπου</a:t>
            </a:r>
            <a:r>
              <a:rPr kumimoji="0" lang="el-GR" altLang="el-G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JSON-LD.</a:t>
            </a:r>
            <a:endParaRPr kumimoji="0" lang="en-US" altLang="el-GR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l-GR" altLang="el-GR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l-GR" altLang="el-GR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Διαλειτουργικότητα</a:t>
            </a:r>
            <a:r>
              <a:rPr kumimoji="0" lang="el-GR" altLang="el-G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</a:t>
            </a:r>
            <a:r>
              <a:rPr kumimoji="0" lang="el-GR" altLang="el-GR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Interoperability</a:t>
            </a:r>
            <a:r>
              <a:rPr kumimoji="0" lang="el-GR" altLang="el-G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): </a:t>
            </a:r>
            <a:r>
              <a:rPr kumimoji="0" lang="el-GR" altLang="el-G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Πλήρης μηχανική κατανόηση της τοπολογίας από το σύστημα (π.χ. συσχέτιση του αισθητήρα PIR με τον συγκεκριμένο κάδο και τον περιβάλλοντα χώρο του τμήματος)</a:t>
            </a:r>
          </a:p>
        </p:txBody>
      </p:sp>
    </p:spTree>
    <p:extLst>
      <p:ext uri="{BB962C8B-B14F-4D97-AF65-F5344CB8AC3E}">
        <p14:creationId xmlns:p14="http://schemas.microsoft.com/office/powerpoint/2010/main" val="42724930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F9B46-488E-BC67-6249-9E0C0A1EF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REST + ASYNCAPI</a:t>
            </a:r>
          </a:p>
        </p:txBody>
      </p:sp>
      <p:pic>
        <p:nvPicPr>
          <p:cNvPr id="6" name="Θέση περιεχομένου 5">
            <a:extLst>
              <a:ext uri="{FF2B5EF4-FFF2-40B4-BE49-F238E27FC236}">
                <a16:creationId xmlns:a16="http://schemas.microsoft.com/office/drawing/2014/main" id="{2570BF42-EBC2-E85C-129B-AEB82214157A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677334" y="2947890"/>
            <a:ext cx="3795712" cy="2687735"/>
          </a:xfrm>
          <a:prstGeom prst="rect">
            <a:avLst/>
          </a:prstGeom>
        </p:spPr>
      </p:pic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53261194-D6C1-90C3-54EE-1955F4B53C24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8" name="Εικόνα 7">
            <a:extLst>
              <a:ext uri="{FF2B5EF4-FFF2-40B4-BE49-F238E27FC236}">
                <a16:creationId xmlns:a16="http://schemas.microsoft.com/office/drawing/2014/main" id="{BCA4473D-CC30-D4B3-7473-09C0C9F597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4600" y="1975105"/>
            <a:ext cx="6595475" cy="3741174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24E01C09-160F-A529-6CAD-BECE72498E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925" y="1498051"/>
            <a:ext cx="4412086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l-GR" altLang="el-GR" sz="1400" b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AsyncAPI</a:t>
            </a:r>
            <a:r>
              <a:rPr kumimoji="0" lang="el-GR" altLang="el-GR" sz="1400" b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el-GR" altLang="el-GR" sz="14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Ασύγχρονη (</a:t>
            </a:r>
            <a:r>
              <a:rPr kumimoji="0" lang="el-GR" altLang="el-GR" sz="1400" b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event-driven</a:t>
            </a:r>
            <a:r>
              <a:rPr kumimoji="0" lang="el-GR" altLang="el-GR" sz="14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επικοινωνία του συστήματος μέσω </a:t>
            </a:r>
            <a:r>
              <a:rPr kumimoji="0" lang="el-GR" altLang="el-GR" sz="1400" b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MQTT</a:t>
            </a:r>
            <a:r>
              <a:rPr kumimoji="0" lang="el-GR" altLang="el-GR" sz="14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(όπως το πώς δημοσιεύονται και λαμβάνονται τα δεδομένα των αισθητήρων σε πραγματικό χρόνο).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2C784A-C656-994E-A4B7-E8501CE7D805}"/>
              </a:ext>
            </a:extLst>
          </p:cNvPr>
          <p:cNvSpPr txBox="1"/>
          <p:nvPr/>
        </p:nvSpPr>
        <p:spPr>
          <a:xfrm>
            <a:off x="4954011" y="857972"/>
            <a:ext cx="6096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l-GR" altLang="el-GR" sz="1400" b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REST / </a:t>
            </a:r>
            <a:r>
              <a:rPr kumimoji="0" lang="el-GR" altLang="el-GR" sz="1400" b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OpenAPI</a:t>
            </a:r>
            <a:r>
              <a:rPr kumimoji="0" lang="el-GR" altLang="el-GR" sz="1400" b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:</a:t>
            </a:r>
            <a:r>
              <a:rPr kumimoji="0" lang="el-GR" altLang="el-GR" sz="14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Σύγχρονο </a:t>
            </a:r>
            <a:r>
              <a:rPr kumimoji="0" lang="el-GR" altLang="el-GR" sz="1400" b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REST API</a:t>
            </a:r>
            <a:r>
              <a:rPr kumimoji="0" lang="el-GR" altLang="el-GR" sz="14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μέσω του </a:t>
            </a:r>
            <a:r>
              <a:rPr kumimoji="0" lang="el-GR" altLang="el-GR" sz="1400" b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Swagger</a:t>
            </a:r>
            <a:r>
              <a:rPr kumimoji="0" lang="el-GR" altLang="el-GR" sz="14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UI, δείχνοντας τις διαθέσιμες κλήσεις (GET, POST) για την άμεση διαχείριση και αναζήτηση δεδομένων (π.χ. λήψη λίστας κάδων ή καταγραφή αδειάσματος).</a:t>
            </a:r>
          </a:p>
        </p:txBody>
      </p:sp>
    </p:spTree>
    <p:extLst>
      <p:ext uri="{BB962C8B-B14F-4D97-AF65-F5344CB8AC3E}">
        <p14:creationId xmlns:p14="http://schemas.microsoft.com/office/powerpoint/2010/main" val="30495351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D47FCC-52B4-9C83-1A16-93728457E4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5E634425-E55A-9AD8-F498-E72126402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 Sensors, Home Assistant and Low Code Platforms (1)</a:t>
            </a:r>
            <a:br>
              <a:rPr lang="en-US" dirty="0"/>
            </a:br>
            <a:endParaRPr lang="el-GR" dirty="0"/>
          </a:p>
        </p:txBody>
      </p:sp>
      <p:pic>
        <p:nvPicPr>
          <p:cNvPr id="4" name="Εικόνα 3">
            <a:extLst>
              <a:ext uri="{FF2B5EF4-FFF2-40B4-BE49-F238E27FC236}">
                <a16:creationId xmlns:a16="http://schemas.microsoft.com/office/drawing/2014/main" id="{B9CF8794-6268-088A-29DC-747E344B35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6157" y="2626026"/>
            <a:ext cx="5738357" cy="1767993"/>
          </a:xfrm>
          <a:prstGeom prst="rect">
            <a:avLst/>
          </a:prstGeom>
        </p:spPr>
      </p:pic>
      <p:sp>
        <p:nvSpPr>
          <p:cNvPr id="9" name="Rectangle 3">
            <a:extLst>
              <a:ext uri="{FF2B5EF4-FFF2-40B4-BE49-F238E27FC236}">
                <a16:creationId xmlns:a16="http://schemas.microsoft.com/office/drawing/2014/main" id="{41DEBFCF-E41A-365E-53CD-C57C213BBE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719" y="2048140"/>
            <a:ext cx="5087815" cy="3508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l-GR" altLang="el-G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Εικονικοί Αισθητήρες (Επίπεδο Προσομοίωσης) / </a:t>
            </a:r>
            <a:r>
              <a:rPr kumimoji="0" lang="el-GR" altLang="el-GR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Mock</a:t>
            </a:r>
            <a:r>
              <a:rPr kumimoji="0" lang="el-GR" altLang="el-G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l-GR" altLang="el-GR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Sensors</a:t>
            </a:r>
            <a:r>
              <a:rPr kumimoji="0" lang="el-GR" altLang="el-G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el-GR" altLang="el-G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Αισθητήρες που δημιουργούνται μέσω λογισμικού (mocksensors.py) και μεταδίδουν (</a:t>
            </a:r>
            <a:r>
              <a:rPr kumimoji="0" lang="el-GR" altLang="el-G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publish</a:t>
            </a:r>
            <a:r>
              <a:rPr kumimoji="0" lang="el-GR" altLang="el-G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συνεχώς δ</a:t>
            </a:r>
            <a:r>
              <a:rPr lang="el-GR" sz="1200" dirty="0"/>
              <a:t>εδομένα προσομοίωσης </a:t>
            </a:r>
            <a:r>
              <a:rPr kumimoji="0" lang="el-GR" altLang="el-G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(επίπεδα πλήρωσης, βάρος, κ.λπ.). Υπάρχουν για πιθανή χρήση τους σε  </a:t>
            </a:r>
            <a:r>
              <a:rPr kumimoji="0" lang="en-US" altLang="el-G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future implementations</a:t>
            </a:r>
            <a:r>
              <a:rPr kumimoji="0" lang="en-US" altLang="el-G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l-GR" altLang="el-G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l-GR" altLang="el-G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Αισθητήρας Βασισμένος σε Κανόνες (Επίπεδο Λογικής) / </a:t>
            </a:r>
            <a:r>
              <a:rPr kumimoji="0" lang="el-GR" altLang="el-GR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Rule-Based</a:t>
            </a:r>
            <a:r>
              <a:rPr kumimoji="0" lang="el-GR" altLang="el-G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l-GR" altLang="el-GR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Sensor</a:t>
            </a:r>
            <a:r>
              <a:rPr kumimoji="0" lang="el-GR" altLang="el-G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el-GR" altLang="el-G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Αναλύει τις ροές δεδομένων σε πραγματικό χρόνο για τον υπολογισμό δυναμικών καταστάσεων, όπως η «Ένταση Χρήσης» (π.χ. ΥΨΗΛΗ, ΚΡΙΣΙΜΗ), ενεργοποιώντας άμεσα ειδοποιήσεις στο </a:t>
            </a:r>
            <a:r>
              <a:rPr kumimoji="0" lang="el-GR" altLang="el-G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Node</a:t>
            </a:r>
            <a:r>
              <a:rPr kumimoji="0" lang="el-GR" altLang="el-G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-RED όταν ξεπερνιούνται τα καθορισμένα όρια (</a:t>
            </a:r>
            <a:r>
              <a:rPr kumimoji="0" lang="el-GR" altLang="el-G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thresholds</a:t>
            </a:r>
            <a:r>
              <a:rPr kumimoji="0" lang="el-GR" altLang="el-G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).</a:t>
            </a:r>
            <a:endParaRPr kumimoji="0" lang="en-US" altLang="el-G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l-GR" altLang="el-G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l-GR" altLang="el-G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Αισθητήρας Μηχανικής Μάθησης (Προγνωστικό Επίπεδο) / </a:t>
            </a:r>
            <a:r>
              <a:rPr kumimoji="0" lang="el-GR" altLang="el-GR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Machine</a:t>
            </a:r>
            <a:r>
              <a:rPr kumimoji="0" lang="el-GR" altLang="el-G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l-GR" altLang="el-GR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Learning</a:t>
            </a:r>
            <a:r>
              <a:rPr kumimoji="0" lang="el-GR" altLang="el-G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l-GR" altLang="el-GR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Sensor</a:t>
            </a:r>
            <a:r>
              <a:rPr kumimoji="0" lang="el-GR" altLang="el-G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el-GR" altLang="el-G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Χρησιμοποιεί ιστορικά μοτίβα και δεδομένα πλαισίου (</a:t>
            </a:r>
            <a:r>
              <a:rPr kumimoji="0" lang="el-GR" altLang="el-G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context</a:t>
            </a:r>
            <a:r>
              <a:rPr kumimoji="0" lang="el-GR" altLang="el-G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όπως ώρα και ημέρα της εβδομάδας) για να εξάγει ωριαίες προβλέψεις κίνησης («υψηλή/</a:t>
            </a:r>
            <a:r>
              <a:rPr kumimoji="0" lang="el-GR" altLang="el-G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busy</a:t>
            </a:r>
            <a:r>
              <a:rPr kumimoji="0" lang="el-GR" altLang="el-G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» ή «χαμηλή/</a:t>
            </a:r>
            <a:r>
              <a:rPr kumimoji="0" lang="el-GR" altLang="el-G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quiet</a:t>
            </a:r>
            <a:r>
              <a:rPr kumimoji="0" lang="el-GR" altLang="el-G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») μαζί με έναν δείκτη βεβαιότητας (</a:t>
            </a:r>
            <a:r>
              <a:rPr kumimoji="0" lang="el-GR" altLang="el-G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confidence</a:t>
            </a:r>
            <a:r>
              <a:rPr kumimoji="0" lang="el-GR" altLang="el-G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l-GR" altLang="el-G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score</a:t>
            </a:r>
            <a:r>
              <a:rPr kumimoji="0" lang="el-GR" altLang="el-G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), επιτρέποντας την προληπτική διαχείριση των απορριμμάτων.</a:t>
            </a:r>
          </a:p>
        </p:txBody>
      </p:sp>
    </p:spTree>
    <p:extLst>
      <p:ext uri="{BB962C8B-B14F-4D97-AF65-F5344CB8AC3E}">
        <p14:creationId xmlns:p14="http://schemas.microsoft.com/office/powerpoint/2010/main" val="39275202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B7F24CFB-8BB3-2631-1187-8E31A392C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 Sensors, Home Assistant and Low Code Platforms (2)</a:t>
            </a:r>
            <a:br>
              <a:rPr lang="en-US" dirty="0"/>
            </a:br>
            <a:endParaRPr lang="el-GR" dirty="0"/>
          </a:p>
        </p:txBody>
      </p:sp>
      <p:pic>
        <p:nvPicPr>
          <p:cNvPr id="6" name="Εικόνα 5">
            <a:extLst>
              <a:ext uri="{FF2B5EF4-FFF2-40B4-BE49-F238E27FC236}">
                <a16:creationId xmlns:a16="http://schemas.microsoft.com/office/drawing/2014/main" id="{457BD6C9-0DB9-5999-5D36-FD523159AE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6044" y="1975105"/>
            <a:ext cx="7639568" cy="4026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92880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C72D67-D87C-E20C-B16E-B79DE996CC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38E0467B-2D19-D982-044F-036B9A718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 Sensors, Home Assistant and Low Code Platforms (3)</a:t>
            </a:r>
            <a:br>
              <a:rPr lang="en-US" dirty="0"/>
            </a:br>
            <a:endParaRPr lang="el-GR" dirty="0"/>
          </a:p>
        </p:txBody>
      </p:sp>
      <p:pic>
        <p:nvPicPr>
          <p:cNvPr id="4" name="Εικόνα 3">
            <a:extLst>
              <a:ext uri="{FF2B5EF4-FFF2-40B4-BE49-F238E27FC236}">
                <a16:creationId xmlns:a16="http://schemas.microsoft.com/office/drawing/2014/main" id="{47C3BCC6-2737-8F47-C94A-09B731F9A5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0687" y="2352882"/>
            <a:ext cx="5946245" cy="1959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35216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89119559_Win32_SL_v9" id="{F0446A71-0E2F-4374-B5F7-68CC97B41AC5}" vid="{5F7109B1-5E17-45DE-A450-61A147814B4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35" row="1">
    <wetp:webextensionref xmlns:r="http://schemas.openxmlformats.org/officeDocument/2006/relationships" r:id="rId1"/>
  </wetp:taskpane>
  <wetp:taskpane dockstate="right" visibility="0" width="350" row="1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BEC300C1-45ED-4616-A9A2-6B9B152D21DA}">
  <we:reference id="wa200005669" version="2.0.0.0" store="en-US" storeType="OMEX"/>
  <we:alternateReferences>
    <we:reference id="WA200005669" version="2.0.0.0" store="WA200005669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C9C7FD3E-4C5C-4562-8682-57A3BBC1AA44}">
  <we:reference id="wa200007130" version="1.0.0.1" store="en-US" storeType="OMEX"/>
  <we:alternateReferences>
    <we:reference id="WA200007130" version="1.0.0.1" store="WA200007130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DA0F62E9-537D-4B86-A5A3-DCAED002D6F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60367E2-A4EF-4F83-9408-21F92ABD693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9E9A08A-3D48-4730-8B6D-01A15F4E9B00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Vert diagram presentation</Template>
  <TotalTime>1497</TotalTime>
  <Words>523</Words>
  <Application>Microsoft Office PowerPoint</Application>
  <PresentationFormat>Ευρεία οθόνη</PresentationFormat>
  <Paragraphs>49</Paragraphs>
  <Slides>9</Slides>
  <Notes>3</Notes>
  <HiddenSlides>0</HiddenSlides>
  <MMClips>0</MMClips>
  <ScaleCrop>false</ScaleCrop>
  <HeadingPairs>
    <vt:vector size="6" baseType="variant">
      <vt:variant>
        <vt:lpstr>Γραμματοσειρές που χρησιμοποιούνται</vt:lpstr>
      </vt:variant>
      <vt:variant>
        <vt:i4>6</vt:i4>
      </vt:variant>
      <vt:variant>
        <vt:lpstr>Θέμα</vt:lpstr>
      </vt:variant>
      <vt:variant>
        <vt:i4>1</vt:i4>
      </vt:variant>
      <vt:variant>
        <vt:lpstr>Τίτλοι διαφανειών</vt:lpstr>
      </vt:variant>
      <vt:variant>
        <vt:i4>9</vt:i4>
      </vt:variant>
    </vt:vector>
  </HeadingPairs>
  <TitlesOfParts>
    <vt:vector size="16" baseType="lpstr">
      <vt:lpstr>Aptos</vt:lpstr>
      <vt:lpstr>Arial</vt:lpstr>
      <vt:lpstr>Calibri</vt:lpstr>
      <vt:lpstr>Times New Roman</vt:lpstr>
      <vt:lpstr>Trebuchet MS</vt:lpstr>
      <vt:lpstr>Wingdings 3</vt:lpstr>
      <vt:lpstr>Facet</vt:lpstr>
      <vt:lpstr>Smart Waste Bin ECE-CK801</vt:lpstr>
      <vt:lpstr>Project  Overview</vt:lpstr>
      <vt:lpstr>Containerized Services</vt:lpstr>
      <vt:lpstr>MQTT Connections</vt:lpstr>
      <vt:lpstr>Semantic Modeling</vt:lpstr>
      <vt:lpstr>REST + ASYNCAPI</vt:lpstr>
      <vt:lpstr>Virtual Sensors, Home Assistant and Low Code Platforms (1) </vt:lpstr>
      <vt:lpstr>Virtual Sensors, Home Assistant and Low Code Platforms (2) </vt:lpstr>
      <vt:lpstr>Virtual Sensors, Home Assistant and Low Code Platforms (3)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ΦΙΛΟΠΟΥΛΟΣ ΔΗΜΗΤΡΙΟΣ</dc:creator>
  <cp:lastModifiedBy>ΡΟΥΣΣΗΣ ΒΑΣΙΛΕΙΟΣ</cp:lastModifiedBy>
  <cp:revision>18</cp:revision>
  <dcterms:created xsi:type="dcterms:W3CDTF">2026-05-21T20:23:46Z</dcterms:created>
  <dcterms:modified xsi:type="dcterms:W3CDTF">2026-05-31T14:21:33Z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